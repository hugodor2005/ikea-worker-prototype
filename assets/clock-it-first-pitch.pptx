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heme/themeOverride1.xml" ContentType="application/vnd.openxmlformats-officedocument.themeOverr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50" r:id="rId4"/>
  </p:sldMasterIdLst>
  <p:notesMasterIdLst>
    <p:notesMasterId r:id="rId21"/>
  </p:notesMasterIdLst>
  <p:sldIdLst>
    <p:sldId id="256" r:id="rId5"/>
    <p:sldId id="274" r:id="rId6"/>
    <p:sldId id="257" r:id="rId7"/>
    <p:sldId id="281" r:id="rId8"/>
    <p:sldId id="279" r:id="rId9"/>
    <p:sldId id="258" r:id="rId10"/>
    <p:sldId id="265" r:id="rId11"/>
    <p:sldId id="273" r:id="rId12"/>
    <p:sldId id="270" r:id="rId13"/>
    <p:sldId id="271" r:id="rId14"/>
    <p:sldId id="278" r:id="rId15"/>
    <p:sldId id="276" r:id="rId16"/>
    <p:sldId id="280" r:id="rId17"/>
    <p:sldId id="272" r:id="rId18"/>
    <p:sldId id="267" r:id="rId19"/>
    <p:sldId id="268" r:id="rId20"/>
  </p:sldIdLst>
  <p:sldSz cx="12192000" cy="6858000"/>
  <p:notesSz cx="6858000" cy="9144000"/>
  <p:defaultText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85CABBC-101C-21C6-8CFB-DC22BB675D3B}" name="Raghib Hussain" initials="RH" userId="S::raghib@chalmers.se::491d6df9-370f-416b-91c7-bb1dc07c8d2c"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41E64F6-8A62-6144-90D9-3EC64C2DB11C}" v="149" dt="2026-10-18T22:50:59.8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31" d="100"/>
          <a:sy n="131" d="100"/>
        </p:scale>
        <p:origin x="108" y="1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microsoft.com/office/2016/11/relationships/changesInfo" Target="changesInfos/changesInfo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viewProps" Target="view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hazal Davari" userId="S::ghazald@chalmers.se::d8f95ada-f431-40ae-9e0e-91716bb26920" providerId="AD" clId="Web-{FC3A687A-B804-D50C-8FA4-BB8A26792E52}"/>
    <pc:docChg chg="modSld">
      <pc:chgData name="Ghazal Davari" userId="S::ghazald@chalmers.se::d8f95ada-f431-40ae-9e0e-91716bb26920" providerId="AD" clId="Web-{FC3A687A-B804-D50C-8FA4-BB8A26792E52}" dt="2026-10-15T18:43:37.026" v="228" actId="20577"/>
      <pc:docMkLst>
        <pc:docMk/>
      </pc:docMkLst>
      <pc:sldChg chg="addSp delSp modSp">
        <pc:chgData name="Ghazal Davari" userId="S::ghazald@chalmers.se::d8f95ada-f431-40ae-9e0e-91716bb26920" providerId="AD" clId="Web-{FC3A687A-B804-D50C-8FA4-BB8A26792E52}" dt="2026-10-15T18:43:37.026" v="228" actId="20577"/>
        <pc:sldMkLst>
          <pc:docMk/>
          <pc:sldMk cId="849351468" sldId="257"/>
        </pc:sldMkLst>
        <pc:spChg chg="add mod">
          <ac:chgData name="Ghazal Davari" userId="S::ghazald@chalmers.se::d8f95ada-f431-40ae-9e0e-91716bb26920" providerId="AD" clId="Web-{FC3A687A-B804-D50C-8FA4-BB8A26792E52}" dt="2026-10-15T18:29:44.715" v="124" actId="1076"/>
          <ac:spMkLst>
            <pc:docMk/>
            <pc:sldMk cId="849351468" sldId="257"/>
            <ac:spMk id="2" creationId="{49DDBB6D-BE20-F83B-7556-A1E2E252570A}"/>
          </ac:spMkLst>
        </pc:spChg>
        <pc:spChg chg="add mod">
          <ac:chgData name="Ghazal Davari" userId="S::ghazald@chalmers.se::d8f95ada-f431-40ae-9e0e-91716bb26920" providerId="AD" clId="Web-{FC3A687A-B804-D50C-8FA4-BB8A26792E52}" dt="2026-10-15T18:40:30.008" v="200" actId="1076"/>
          <ac:spMkLst>
            <pc:docMk/>
            <pc:sldMk cId="849351468" sldId="257"/>
            <ac:spMk id="3" creationId="{FA0F0699-8A78-8597-CBFC-A708E8DFA961}"/>
          </ac:spMkLst>
        </pc:spChg>
        <pc:spChg chg="mod">
          <ac:chgData name="Ghazal Davari" userId="S::ghazald@chalmers.se::d8f95ada-f431-40ae-9e0e-91716bb26920" providerId="AD" clId="Web-{FC3A687A-B804-D50C-8FA4-BB8A26792E52}" dt="2026-10-15T18:29:48.387" v="125" actId="1076"/>
          <ac:spMkLst>
            <pc:docMk/>
            <pc:sldMk cId="849351468" sldId="257"/>
            <ac:spMk id="4" creationId="{2E106F1A-3AA6-4A74-A3CA-106C33F6D44D}"/>
          </ac:spMkLst>
        </pc:spChg>
        <pc:spChg chg="mod">
          <ac:chgData name="Ghazal Davari" userId="S::ghazald@chalmers.se::d8f95ada-f431-40ae-9e0e-91716bb26920" providerId="AD" clId="Web-{FC3A687A-B804-D50C-8FA4-BB8A26792E52}" dt="2026-10-15T18:40:05.679" v="190" actId="1076"/>
          <ac:spMkLst>
            <pc:docMk/>
            <pc:sldMk cId="849351468" sldId="257"/>
            <ac:spMk id="5" creationId="{456C78D4-FC49-4667-A546-42B0D6B54340}"/>
          </ac:spMkLst>
        </pc:spChg>
        <pc:spChg chg="add mod">
          <ac:chgData name="Ghazal Davari" userId="S::ghazald@chalmers.se::d8f95ada-f431-40ae-9e0e-91716bb26920" providerId="AD" clId="Web-{FC3A687A-B804-D50C-8FA4-BB8A26792E52}" dt="2026-10-15T18:38:55.913" v="168" actId="20577"/>
          <ac:spMkLst>
            <pc:docMk/>
            <pc:sldMk cId="849351468" sldId="257"/>
            <ac:spMk id="7" creationId="{CE05C0E1-3F09-1306-681A-720029C22B17}"/>
          </ac:spMkLst>
        </pc:spChg>
        <pc:spChg chg="add mod">
          <ac:chgData name="Ghazal Davari" userId="S::ghazald@chalmers.se::d8f95ada-f431-40ae-9e0e-91716bb26920" providerId="AD" clId="Web-{FC3A687A-B804-D50C-8FA4-BB8A26792E52}" dt="2026-10-15T18:43:37.026" v="228" actId="20577"/>
          <ac:spMkLst>
            <pc:docMk/>
            <pc:sldMk cId="849351468" sldId="257"/>
            <ac:spMk id="9" creationId="{9E184280-E1BB-1465-3CD7-529D31736FC4}"/>
          </ac:spMkLst>
        </pc:spChg>
        <pc:spChg chg="add mod">
          <ac:chgData name="Ghazal Davari" userId="S::ghazald@chalmers.se::d8f95ada-f431-40ae-9e0e-91716bb26920" providerId="AD" clId="Web-{FC3A687A-B804-D50C-8FA4-BB8A26792E52}" dt="2026-10-15T18:38:58.960" v="169" actId="20577"/>
          <ac:spMkLst>
            <pc:docMk/>
            <pc:sldMk cId="849351468" sldId="257"/>
            <ac:spMk id="10" creationId="{384FF0FA-D739-ADAD-A768-F201DD68F449}"/>
          </ac:spMkLst>
        </pc:spChg>
        <pc:picChg chg="add mod">
          <ac:chgData name="Ghazal Davari" userId="S::ghazald@chalmers.se::d8f95ada-f431-40ae-9e0e-91716bb26920" providerId="AD" clId="Web-{FC3A687A-B804-D50C-8FA4-BB8A26792E52}" dt="2026-10-15T18:42:39.744" v="204" actId="1076"/>
          <ac:picMkLst>
            <pc:docMk/>
            <pc:sldMk cId="849351468" sldId="257"/>
            <ac:picMk id="6" creationId="{BCAE79F8-2F6E-6A05-310D-04C23885F979}"/>
          </ac:picMkLst>
        </pc:picChg>
        <pc:picChg chg="add mod">
          <ac:chgData name="Ghazal Davari" userId="S::ghazald@chalmers.se::d8f95ada-f431-40ae-9e0e-91716bb26920" providerId="AD" clId="Web-{FC3A687A-B804-D50C-8FA4-BB8A26792E52}" dt="2026-10-15T18:33:14.104" v="139" actId="1076"/>
          <ac:picMkLst>
            <pc:docMk/>
            <pc:sldMk cId="849351468" sldId="257"/>
            <ac:picMk id="13" creationId="{A2DAB447-8636-D59B-9034-5F8E95F7ECC0}"/>
          </ac:picMkLst>
        </pc:picChg>
        <pc:picChg chg="add mod">
          <ac:chgData name="Ghazal Davari" userId="S::ghazald@chalmers.se::d8f95ada-f431-40ae-9e0e-91716bb26920" providerId="AD" clId="Web-{FC3A687A-B804-D50C-8FA4-BB8A26792E52}" dt="2026-10-15T18:35:29.916" v="154" actId="1076"/>
          <ac:picMkLst>
            <pc:docMk/>
            <pc:sldMk cId="849351468" sldId="257"/>
            <ac:picMk id="15" creationId="{2551EF0A-4A8F-F9B6-B84F-DCA38B6C4B6B}"/>
          </ac:picMkLst>
        </pc:picChg>
      </pc:sldChg>
    </pc:docChg>
  </pc:docChgLst>
  <pc:docChgLst>
    <pc:chgData name="Ghazal Davari" userId="S::ghazald@chalmers.se::d8f95ada-f431-40ae-9e0e-91716bb26920" providerId="AD" clId="Web-{EC687571-5782-0B83-8946-DE411D6EE17E}"/>
    <pc:docChg chg="delSld">
      <pc:chgData name="Ghazal Davari" userId="S::ghazald@chalmers.se::d8f95ada-f431-40ae-9e0e-91716bb26920" providerId="AD" clId="Web-{EC687571-5782-0B83-8946-DE411D6EE17E}" dt="2026-10-22T08:28:40.537" v="2"/>
      <pc:docMkLst>
        <pc:docMk/>
      </pc:docMkLst>
    </pc:docChg>
  </pc:docChgLst>
  <pc:docChgLst>
    <pc:chgData name="Emil Ström" userId="S::emilstro@chalmers.se::21ad0271-a68f-4618-bb90-98602e0b35a7" providerId="AD" clId="Web-{78E285F0-BE7A-34B3-A63D-A8E949FF2E7D}"/>
    <pc:docChg chg="addSld delSld modSld">
      <pc:chgData name="Emil Ström" userId="S::emilstro@chalmers.se::21ad0271-a68f-4618-bb90-98602e0b35a7" providerId="AD" clId="Web-{78E285F0-BE7A-34B3-A63D-A8E949FF2E7D}" dt="2026-10-21T13:24:53.107" v="45"/>
      <pc:docMkLst>
        <pc:docMk/>
      </pc:docMkLst>
    </pc:docChg>
  </pc:docChgLst>
  <pc:docChgLst>
    <pc:chgData name="Ghazal Davari" userId="S::ghazald@chalmers.se::d8f95ada-f431-40ae-9e0e-91716bb26920" providerId="AD" clId="Web-{3DCFBB2A-67E8-7BF5-E4ED-A5D748C424F4}"/>
    <pc:docChg chg="modSld">
      <pc:chgData name="Ghazal Davari" userId="S::ghazald@chalmers.se::d8f95ada-f431-40ae-9e0e-91716bb26920" providerId="AD" clId="Web-{3DCFBB2A-67E8-7BF5-E4ED-A5D748C424F4}" dt="2026-09-29T08:56:02.488" v="50"/>
      <pc:docMkLst>
        <pc:docMk/>
      </pc:docMkLst>
      <pc:sldChg chg="modNotes">
        <pc:chgData name="Ghazal Davari" userId="S::ghazald@chalmers.se::d8f95ada-f431-40ae-9e0e-91716bb26920" providerId="AD" clId="Web-{3DCFBB2A-67E8-7BF5-E4ED-A5D748C424F4}" dt="2026-09-29T08:49:19.564" v="1"/>
        <pc:sldMkLst>
          <pc:docMk/>
          <pc:sldMk cId="738666484" sldId="256"/>
        </pc:sldMkLst>
      </pc:sldChg>
      <pc:sldChg chg="addSp delSp modSp modNotes">
        <pc:chgData name="Ghazal Davari" userId="S::ghazald@chalmers.se::d8f95ada-f431-40ae-9e0e-91716bb26920" providerId="AD" clId="Web-{3DCFBB2A-67E8-7BF5-E4ED-A5D748C424F4}" dt="2026-09-29T08:56:02.488" v="50"/>
        <pc:sldMkLst>
          <pc:docMk/>
          <pc:sldMk cId="849351468" sldId="257"/>
        </pc:sldMkLst>
        <pc:spChg chg="mod">
          <ac:chgData name="Ghazal Davari" userId="S::ghazald@chalmers.se::d8f95ada-f431-40ae-9e0e-91716bb26920" providerId="AD" clId="Web-{3DCFBB2A-67E8-7BF5-E4ED-A5D748C424F4}" dt="2026-09-29T08:51:51.205" v="47" actId="1076"/>
          <ac:spMkLst>
            <pc:docMk/>
            <pc:sldMk cId="849351468" sldId="257"/>
            <ac:spMk id="4" creationId="{2E106F1A-3AA6-4A74-A3CA-106C33F6D44D}"/>
          </ac:spMkLst>
        </pc:spChg>
        <pc:spChg chg="mod">
          <ac:chgData name="Ghazal Davari" userId="S::ghazald@chalmers.se::d8f95ada-f431-40ae-9e0e-91716bb26920" providerId="AD" clId="Web-{3DCFBB2A-67E8-7BF5-E4ED-A5D748C424F4}" dt="2026-09-29T08:49:27.501" v="5" actId="20577"/>
          <ac:spMkLst>
            <pc:docMk/>
            <pc:sldMk cId="849351468" sldId="257"/>
            <ac:spMk id="5" creationId="{456C78D4-FC49-4667-A546-42B0D6B54340}"/>
          </ac:spMkLst>
        </pc:spChg>
      </pc:sldChg>
    </pc:docChg>
  </pc:docChgLst>
  <pc:docChgLst>
    <pc:chgData name="Hugo Dörrich" userId="d0d9cc28-db5f-460a-8c0e-10c6f6acc00a" providerId="ADAL" clId="{DBFF2082-2C90-541E-91B8-0D4C4552CB95}"/>
    <pc:docChg chg="undo custSel addSld delSld modSld sldOrd modMainMaster">
      <pc:chgData name="Hugo Dörrich" userId="d0d9cc28-db5f-460a-8c0e-10c6f6acc00a" providerId="ADAL" clId="{DBFF2082-2C90-541E-91B8-0D4C4552CB95}" dt="2026-10-29T02:04:54.641" v="1113" actId="1076"/>
      <pc:docMkLst>
        <pc:docMk/>
      </pc:docMkLst>
      <pc:sldChg chg="addSp delSp modSp mod setBg">
        <pc:chgData name="Hugo Dörrich" userId="d0d9cc28-db5f-460a-8c0e-10c6f6acc00a" providerId="ADAL" clId="{DBFF2082-2C90-541E-91B8-0D4C4552CB95}" dt="2026-10-29T02:04:54.641" v="1113" actId="1076"/>
        <pc:sldMkLst>
          <pc:docMk/>
          <pc:sldMk cId="738666484" sldId="256"/>
        </pc:sldMkLst>
        <pc:spChg chg="add mod">
          <ac:chgData name="Hugo Dörrich" userId="d0d9cc28-db5f-460a-8c0e-10c6f6acc00a" providerId="ADAL" clId="{DBFF2082-2C90-541E-91B8-0D4C4552CB95}" dt="2026-10-29T02:04:52.691" v="1112" actId="1076"/>
          <ac:spMkLst>
            <pc:docMk/>
            <pc:sldMk cId="738666484" sldId="256"/>
            <ac:spMk id="2" creationId="{43F6712D-DA2D-DFC1-2E07-D36D6DF10ACA}"/>
          </ac:spMkLst>
        </pc:spChg>
        <pc:spChg chg="mod">
          <ac:chgData name="Hugo Dörrich" userId="d0d9cc28-db5f-460a-8c0e-10c6f6acc00a" providerId="ADAL" clId="{DBFF2082-2C90-541E-91B8-0D4C4552CB95}" dt="2026-10-29T02:03:34.015" v="1091" actId="1076"/>
          <ac:spMkLst>
            <pc:docMk/>
            <pc:sldMk cId="738666484" sldId="256"/>
            <ac:spMk id="4" creationId="{1A05C7B3-58E6-4BF2-B013-05517CB0815C}"/>
          </ac:spMkLst>
        </pc:spChg>
        <pc:spChg chg="mod">
          <ac:chgData name="Hugo Dörrich" userId="d0d9cc28-db5f-460a-8c0e-10c6f6acc00a" providerId="ADAL" clId="{DBFF2082-2C90-541E-91B8-0D4C4552CB95}" dt="2026-10-29T02:03:38.597" v="1092" actId="1076"/>
          <ac:spMkLst>
            <pc:docMk/>
            <pc:sldMk cId="738666484" sldId="256"/>
            <ac:spMk id="5" creationId="{2E1AA55A-3B7A-473A-B5E3-F5B566D9937A}"/>
          </ac:spMkLst>
        </pc:spChg>
        <pc:spChg chg="mod">
          <ac:chgData name="Hugo Dörrich" userId="d0d9cc28-db5f-460a-8c0e-10c6f6acc00a" providerId="ADAL" clId="{DBFF2082-2C90-541E-91B8-0D4C4552CB95}" dt="2026-10-29T02:04:46.173" v="1111" actId="1076"/>
          <ac:spMkLst>
            <pc:docMk/>
            <pc:sldMk cId="738666484" sldId="256"/>
            <ac:spMk id="6" creationId="{ECC0FAA9-6132-4898-91D0-1B6EE1E78B79}"/>
          </ac:spMkLst>
        </pc:spChg>
        <pc:spChg chg="del mod">
          <ac:chgData name="Hugo Dörrich" userId="d0d9cc28-db5f-460a-8c0e-10c6f6acc00a" providerId="ADAL" clId="{DBFF2082-2C90-541E-91B8-0D4C4552CB95}" dt="2026-10-29T02:04:27.415" v="1106" actId="21"/>
          <ac:spMkLst>
            <pc:docMk/>
            <pc:sldMk cId="738666484" sldId="256"/>
            <ac:spMk id="7" creationId="{C88005D4-4589-411F-BBAD-879D517D46B7}"/>
          </ac:spMkLst>
        </pc:spChg>
        <pc:spChg chg="add mod">
          <ac:chgData name="Hugo Dörrich" userId="d0d9cc28-db5f-460a-8c0e-10c6f6acc00a" providerId="ADAL" clId="{DBFF2082-2C90-541E-91B8-0D4C4552CB95}" dt="2026-10-29T02:04:54.641" v="1113" actId="1076"/>
          <ac:spMkLst>
            <pc:docMk/>
            <pc:sldMk cId="738666484" sldId="256"/>
            <ac:spMk id="10" creationId="{53763889-6677-5680-D48B-F945C7A94545}"/>
          </ac:spMkLst>
        </pc:spChg>
        <pc:picChg chg="mod">
          <ac:chgData name="Hugo Dörrich" userId="d0d9cc28-db5f-460a-8c0e-10c6f6acc00a" providerId="ADAL" clId="{DBFF2082-2C90-541E-91B8-0D4C4552CB95}" dt="2026-10-29T02:03:53.467" v="1100" actId="1076"/>
          <ac:picMkLst>
            <pc:docMk/>
            <pc:sldMk cId="738666484" sldId="256"/>
            <ac:picMk id="8" creationId="{00000000-0000-0000-0000-000000000000}"/>
          </ac:picMkLst>
        </pc:picChg>
      </pc:sldChg>
      <pc:sldChg chg="modSp add mod">
        <pc:chgData name="Hugo Dörrich" userId="d0d9cc28-db5f-460a-8c0e-10c6f6acc00a" providerId="ADAL" clId="{DBFF2082-2C90-541E-91B8-0D4C4552CB95}" dt="2026-10-18T22:50:59.880" v="585" actId="20577"/>
        <pc:sldMkLst>
          <pc:docMk/>
          <pc:sldMk cId="36935502" sldId="276"/>
        </pc:sldMkLst>
        <pc:spChg chg="mod">
          <ac:chgData name="Hugo Dörrich" userId="d0d9cc28-db5f-460a-8c0e-10c6f6acc00a" providerId="ADAL" clId="{DBFF2082-2C90-541E-91B8-0D4C4552CB95}" dt="2026-10-18T22:50:59.880" v="585" actId="20577"/>
          <ac:spMkLst>
            <pc:docMk/>
            <pc:sldMk cId="36935502" sldId="276"/>
            <ac:spMk id="4" creationId="{9A2FA9D0-BA7B-F09F-7901-E515A252D91A}"/>
          </ac:spMkLst>
        </pc:spChg>
        <pc:spChg chg="mod">
          <ac:chgData name="Hugo Dörrich" userId="d0d9cc28-db5f-460a-8c0e-10c6f6acc00a" providerId="ADAL" clId="{DBFF2082-2C90-541E-91B8-0D4C4552CB95}" dt="2026-10-18T21:41:23.791" v="474" actId="20577"/>
          <ac:spMkLst>
            <pc:docMk/>
            <pc:sldMk cId="36935502" sldId="276"/>
            <ac:spMk id="5" creationId="{8BAE2664-06EB-433B-36BA-8BCFDE9F4B12}"/>
          </ac:spMkLst>
        </pc:spChg>
      </pc:sldChg>
      <pc:sldChg chg="modSp add mod">
        <pc:chgData name="Hugo Dörrich" userId="d0d9cc28-db5f-460a-8c0e-10c6f6acc00a" providerId="ADAL" clId="{DBFF2082-2C90-541E-91B8-0D4C4552CB95}" dt="2026-10-21T14:15:49.302" v="795" actId="20577"/>
        <pc:sldMkLst>
          <pc:docMk/>
          <pc:sldMk cId="2859625986" sldId="278"/>
        </pc:sldMkLst>
        <pc:spChg chg="mod">
          <ac:chgData name="Hugo Dörrich" userId="d0d9cc28-db5f-460a-8c0e-10c6f6acc00a" providerId="ADAL" clId="{DBFF2082-2C90-541E-91B8-0D4C4552CB95}" dt="2026-10-21T14:15:49.302" v="795" actId="20577"/>
          <ac:spMkLst>
            <pc:docMk/>
            <pc:sldMk cId="2859625986" sldId="278"/>
            <ac:spMk id="4" creationId="{29DC469E-6C09-544B-11B9-D5AB132F251C}"/>
          </ac:spMkLst>
        </pc:spChg>
        <pc:spChg chg="mod">
          <ac:chgData name="Hugo Dörrich" userId="d0d9cc28-db5f-460a-8c0e-10c6f6acc00a" providerId="ADAL" clId="{DBFF2082-2C90-541E-91B8-0D4C4552CB95}" dt="2026-10-21T13:59:52.413" v="632" actId="20577"/>
          <ac:spMkLst>
            <pc:docMk/>
            <pc:sldMk cId="2859625986" sldId="278"/>
            <ac:spMk id="5" creationId="{2B2DCAD7-D491-0E2A-4BB1-F762F211222A}"/>
          </ac:spMkLst>
        </pc:spChg>
      </pc:sldChg>
      <pc:sldChg chg="modSp add mod ord setBg">
        <pc:chgData name="Hugo Dörrich" userId="d0d9cc28-db5f-460a-8c0e-10c6f6acc00a" providerId="ADAL" clId="{DBFF2082-2C90-541E-91B8-0D4C4552CB95}" dt="2026-10-21T14:45:32.516" v="894"/>
        <pc:sldMkLst>
          <pc:docMk/>
          <pc:sldMk cId="2582558438" sldId="279"/>
        </pc:sldMkLst>
        <pc:spChg chg="mod">
          <ac:chgData name="Hugo Dörrich" userId="d0d9cc28-db5f-460a-8c0e-10c6f6acc00a" providerId="ADAL" clId="{DBFF2082-2C90-541E-91B8-0D4C4552CB95}" dt="2026-10-21T14:44:47.342" v="893" actId="1076"/>
          <ac:spMkLst>
            <pc:docMk/>
            <pc:sldMk cId="2582558438" sldId="279"/>
            <ac:spMk id="4" creationId="{87077EC4-2FEE-85FE-1615-FEE640D9BCA6}"/>
          </ac:spMkLst>
        </pc:spChg>
        <pc:spChg chg="mod">
          <ac:chgData name="Hugo Dörrich" userId="d0d9cc28-db5f-460a-8c0e-10c6f6acc00a" providerId="ADAL" clId="{DBFF2082-2C90-541E-91B8-0D4C4552CB95}" dt="2026-10-21T14:07:35.297" v="653" actId="20577"/>
          <ac:spMkLst>
            <pc:docMk/>
            <pc:sldMk cId="2582558438" sldId="279"/>
            <ac:spMk id="5" creationId="{DA085CCF-DDF4-49A2-ED5F-F87C861D22D3}"/>
          </ac:spMkLst>
        </pc:spChg>
      </pc:sldChg>
      <pc:sldChg chg="delSp modSp add mod ord">
        <pc:chgData name="Hugo Dörrich" userId="d0d9cc28-db5f-460a-8c0e-10c6f6acc00a" providerId="ADAL" clId="{DBFF2082-2C90-541E-91B8-0D4C4552CB95}" dt="2026-10-21T22:09:06.542" v="967" actId="1076"/>
        <pc:sldMkLst>
          <pc:docMk/>
          <pc:sldMk cId="2781728634" sldId="280"/>
        </pc:sldMkLst>
        <pc:spChg chg="mod">
          <ac:chgData name="Hugo Dörrich" userId="d0d9cc28-db5f-460a-8c0e-10c6f6acc00a" providerId="ADAL" clId="{DBFF2082-2C90-541E-91B8-0D4C4552CB95}" dt="2026-10-21T22:09:06.542" v="967" actId="1076"/>
          <ac:spMkLst>
            <pc:docMk/>
            <pc:sldMk cId="2781728634" sldId="280"/>
            <ac:spMk id="5" creationId="{9D425F79-A155-9E2C-B728-05E699AB421E}"/>
          </ac:spMkLst>
        </pc:spChg>
      </pc:sldChg>
      <pc:sldChg chg="modSp add mod ord setBg">
        <pc:chgData name="Hugo Dörrich" userId="d0d9cc28-db5f-460a-8c0e-10c6f6acc00a" providerId="ADAL" clId="{DBFF2082-2C90-541E-91B8-0D4C4552CB95}" dt="2026-10-21T22:11:12.976" v="1056" actId="14100"/>
        <pc:sldMkLst>
          <pc:docMk/>
          <pc:sldMk cId="139470905" sldId="281"/>
        </pc:sldMkLst>
        <pc:spChg chg="mod">
          <ac:chgData name="Hugo Dörrich" userId="d0d9cc28-db5f-460a-8c0e-10c6f6acc00a" providerId="ADAL" clId="{DBFF2082-2C90-541E-91B8-0D4C4552CB95}" dt="2026-10-21T22:11:12.976" v="1056" actId="14100"/>
          <ac:spMkLst>
            <pc:docMk/>
            <pc:sldMk cId="139470905" sldId="281"/>
            <ac:spMk id="4" creationId="{D68F95E1-004E-88E4-8F95-F69E8D5E0303}"/>
          </ac:spMkLst>
        </pc:spChg>
        <pc:spChg chg="mod">
          <ac:chgData name="Hugo Dörrich" userId="d0d9cc28-db5f-460a-8c0e-10c6f6acc00a" providerId="ADAL" clId="{DBFF2082-2C90-541E-91B8-0D4C4552CB95}" dt="2026-10-21T22:10:21.339" v="983" actId="20577"/>
          <ac:spMkLst>
            <pc:docMk/>
            <pc:sldMk cId="139470905" sldId="281"/>
            <ac:spMk id="5" creationId="{CE28ECBE-84AF-1864-19FE-E7F502711D4B}"/>
          </ac:spMkLst>
        </pc:spChg>
      </pc:sldChg>
    </pc:docChg>
  </pc:docChgLst>
  <pc:docChgLst>
    <pc:chgData name="Ella Linlökken" userId="S::ellalinl@chalmers.se::040bee28-dc1c-4e8d-8bac-8667832e3bde" providerId="AD" clId="Web-{B346947C-9B4A-F8AC-F26F-3A4F23F1AA6B}"/>
    <pc:docChg chg="addSld delSld modSld">
      <pc:chgData name="Ella Linlökken" userId="S::ellalinl@chalmers.se::040bee28-dc1c-4e8d-8bac-8667832e3bde" providerId="AD" clId="Web-{B346947C-9B4A-F8AC-F26F-3A4F23F1AA6B}" dt="2026-09-29T07:27:53.634" v="178" actId="1076"/>
      <pc:docMkLst>
        <pc:docMk/>
      </pc:docMkLst>
      <pc:sldChg chg="addSp delSp modSp add replId">
        <pc:chgData name="Ella Linlökken" userId="S::ellalinl@chalmers.se::040bee28-dc1c-4e8d-8bac-8667832e3bde" providerId="AD" clId="Web-{B346947C-9B4A-F8AC-F26F-3A4F23F1AA6B}" dt="2026-09-29T07:27:45.196" v="177" actId="1076"/>
        <pc:sldMkLst>
          <pc:docMk/>
          <pc:sldMk cId="3381693637" sldId="270"/>
        </pc:sldMkLst>
        <pc:spChg chg="mod">
          <ac:chgData name="Ella Linlökken" userId="S::ellalinl@chalmers.se::040bee28-dc1c-4e8d-8bac-8667832e3bde" providerId="AD" clId="Web-{B346947C-9B4A-F8AC-F26F-3A4F23F1AA6B}" dt="2026-09-29T07:27:45.196" v="177" actId="1076"/>
          <ac:spMkLst>
            <pc:docMk/>
            <pc:sldMk cId="3381693637" sldId="270"/>
            <ac:spMk id="4" creationId="{7004A6DA-1024-8972-BAC1-C9B453FAB327}"/>
          </ac:spMkLst>
        </pc:spChg>
        <pc:spChg chg="mod">
          <ac:chgData name="Ella Linlökken" userId="S::ellalinl@chalmers.se::040bee28-dc1c-4e8d-8bac-8667832e3bde" providerId="AD" clId="Web-{B346947C-9B4A-F8AC-F26F-3A4F23F1AA6B}" dt="2026-09-29T07:20:09.316" v="26" actId="20577"/>
          <ac:spMkLst>
            <pc:docMk/>
            <pc:sldMk cId="3381693637" sldId="270"/>
            <ac:spMk id="5" creationId="{762BE39A-1B64-BDA4-0B58-B03E1742844B}"/>
          </ac:spMkLst>
        </pc:spChg>
      </pc:sldChg>
      <pc:sldChg chg="modSp add replId">
        <pc:chgData name="Ella Linlökken" userId="S::ellalinl@chalmers.se::040bee28-dc1c-4e8d-8bac-8667832e3bde" providerId="AD" clId="Web-{B346947C-9B4A-F8AC-F26F-3A4F23F1AA6B}" dt="2026-09-29T07:27:53.634" v="178" actId="1076"/>
        <pc:sldMkLst>
          <pc:docMk/>
          <pc:sldMk cId="1274981465" sldId="271"/>
        </pc:sldMkLst>
        <pc:spChg chg="mod">
          <ac:chgData name="Ella Linlökken" userId="S::ellalinl@chalmers.se::040bee28-dc1c-4e8d-8bac-8667832e3bde" providerId="AD" clId="Web-{B346947C-9B4A-F8AC-F26F-3A4F23F1AA6B}" dt="2026-09-29T07:27:53.634" v="178" actId="1076"/>
          <ac:spMkLst>
            <pc:docMk/>
            <pc:sldMk cId="1274981465" sldId="271"/>
            <ac:spMk id="4" creationId="{88DB73F6-91B0-7623-C031-440F9A886083}"/>
          </ac:spMkLst>
        </pc:spChg>
        <pc:spChg chg="mod">
          <ac:chgData name="Ella Linlökken" userId="S::ellalinl@chalmers.se::040bee28-dc1c-4e8d-8bac-8667832e3bde" providerId="AD" clId="Web-{B346947C-9B4A-F8AC-F26F-3A4F23F1AA6B}" dt="2026-09-29T07:25:36.070" v="132" actId="20577"/>
          <ac:spMkLst>
            <pc:docMk/>
            <pc:sldMk cId="1274981465" sldId="271"/>
            <ac:spMk id="5" creationId="{D6D44BF0-2BEE-8C83-8CBD-D9D1D49AE614}"/>
          </ac:spMkLst>
        </pc:spChg>
      </pc:sldChg>
    </pc:docChg>
  </pc:docChgLst>
  <pc:docChgLst>
    <pc:chgData name="Raghib Hussain" userId="491d6df9-370f-416b-91c7-bb1dc07c8d2c" providerId="ADAL" clId="{9B9D4663-F13E-46B3-BBE2-B1AB4E0AE4A6}"/>
    <pc:docChg chg="undo custSel addSld modSld">
      <pc:chgData name="Raghib Hussain" userId="491d6df9-370f-416b-91c7-bb1dc07c8d2c" providerId="ADAL" clId="{9B9D4663-F13E-46B3-BBE2-B1AB4E0AE4A6}" dt="2026-10-14T12:47:13.522" v="87"/>
      <pc:docMkLst>
        <pc:docMk/>
      </pc:docMkLst>
      <pc:sldChg chg="addSp delSp modSp new mod setBg">
        <pc:chgData name="Raghib Hussain" userId="491d6df9-370f-416b-91c7-bb1dc07c8d2c" providerId="ADAL" clId="{9B9D4663-F13E-46B3-BBE2-B1AB4E0AE4A6}" dt="2026-10-14T12:47:13.522" v="87"/>
        <pc:sldMkLst>
          <pc:docMk/>
          <pc:sldMk cId="2930909597" sldId="274"/>
        </pc:sldMkLst>
      </pc:sldChg>
    </pc:docChg>
  </pc:docChgLst>
  <pc:docChgLst>
    <pc:chgData name="Raghib Hussain" userId="491d6df9-370f-416b-91c7-bb1dc07c8d2c" providerId="ADAL" clId="{0971C439-2F29-40CE-A0BE-27258055FC5E}"/>
    <pc:docChg chg="undo redo custSel delSld modSld sldOrd">
      <pc:chgData name="Raghib Hussain" userId="491d6df9-370f-416b-91c7-bb1dc07c8d2c" providerId="ADAL" clId="{0971C439-2F29-40CE-A0BE-27258055FC5E}" dt="2026-10-19T00:16:37.860" v="1145" actId="20577"/>
      <pc:docMkLst>
        <pc:docMk/>
      </pc:docMkLst>
      <pc:sldChg chg="modSp mod modNotesTx">
        <pc:chgData name="Raghib Hussain" userId="491d6df9-370f-416b-91c7-bb1dc07c8d2c" providerId="ADAL" clId="{0971C439-2F29-40CE-A0BE-27258055FC5E}" dt="2026-10-18T22:00:42.145" v="936" actId="14100"/>
        <pc:sldMkLst>
          <pc:docMk/>
          <pc:sldMk cId="738666484" sldId="256"/>
        </pc:sldMkLst>
        <pc:picChg chg="mod">
          <ac:chgData name="Raghib Hussain" userId="491d6df9-370f-416b-91c7-bb1dc07c8d2c" providerId="ADAL" clId="{0971C439-2F29-40CE-A0BE-27258055FC5E}" dt="2026-10-18T22:00:42.145" v="936" actId="14100"/>
          <ac:picMkLst>
            <pc:docMk/>
            <pc:sldMk cId="738666484" sldId="256"/>
            <ac:picMk id="8" creationId="{00000000-0000-0000-0000-000000000000}"/>
          </ac:picMkLst>
        </pc:picChg>
      </pc:sldChg>
      <pc:sldChg chg="addSp delSp modSp mod ord">
        <pc:chgData name="Raghib Hussain" userId="491d6df9-370f-416b-91c7-bb1dc07c8d2c" providerId="ADAL" clId="{0971C439-2F29-40CE-A0BE-27258055FC5E}" dt="2026-10-19T00:16:37.860" v="1145" actId="20577"/>
        <pc:sldMkLst>
          <pc:docMk/>
          <pc:sldMk cId="570888115" sldId="267"/>
        </pc:sldMkLst>
        <pc:spChg chg="mod">
          <ac:chgData name="Raghib Hussain" userId="491d6df9-370f-416b-91c7-bb1dc07c8d2c" providerId="ADAL" clId="{0971C439-2F29-40CE-A0BE-27258055FC5E}" dt="2026-10-18T21:48:10.345" v="638" actId="20577"/>
          <ac:spMkLst>
            <pc:docMk/>
            <pc:sldMk cId="570888115" sldId="267"/>
            <ac:spMk id="2" creationId="{EDFDB4DF-B336-4F8C-91AE-282D66FFCA14}"/>
          </ac:spMkLst>
        </pc:spChg>
        <pc:spChg chg="mod">
          <ac:chgData name="Raghib Hussain" userId="491d6df9-370f-416b-91c7-bb1dc07c8d2c" providerId="ADAL" clId="{0971C439-2F29-40CE-A0BE-27258055FC5E}" dt="2026-10-18T21:50:43.765" v="786" actId="14100"/>
          <ac:spMkLst>
            <pc:docMk/>
            <pc:sldMk cId="570888115" sldId="267"/>
            <ac:spMk id="3" creationId="{9234EE66-2B61-4417-B761-F665108249D3}"/>
          </ac:spMkLst>
        </pc:spChg>
        <pc:spChg chg="mod">
          <ac:chgData name="Raghib Hussain" userId="491d6df9-370f-416b-91c7-bb1dc07c8d2c" providerId="ADAL" clId="{0971C439-2F29-40CE-A0BE-27258055FC5E}" dt="2026-10-18T22:01:33.452" v="939" actId="1076"/>
          <ac:spMkLst>
            <pc:docMk/>
            <pc:sldMk cId="570888115" sldId="267"/>
            <ac:spMk id="4" creationId="{A17CFBFE-E319-4683-81F7-667E9AC590BF}"/>
          </ac:spMkLst>
        </pc:spChg>
        <pc:spChg chg="mod">
          <ac:chgData name="Raghib Hussain" userId="491d6df9-370f-416b-91c7-bb1dc07c8d2c" providerId="ADAL" clId="{0971C439-2F29-40CE-A0BE-27258055FC5E}" dt="2026-10-18T22:01:30.786" v="938" actId="1076"/>
          <ac:spMkLst>
            <pc:docMk/>
            <pc:sldMk cId="570888115" sldId="267"/>
            <ac:spMk id="5" creationId="{F3AC9DDF-C4A7-4198-9201-87FBCA391697}"/>
          </ac:spMkLst>
        </pc:spChg>
        <pc:spChg chg="mod">
          <ac:chgData name="Raghib Hussain" userId="491d6df9-370f-416b-91c7-bb1dc07c8d2c" providerId="ADAL" clId="{0971C439-2F29-40CE-A0BE-27258055FC5E}" dt="2026-10-18T22:01:30.786" v="938" actId="1076"/>
          <ac:spMkLst>
            <pc:docMk/>
            <pc:sldMk cId="570888115" sldId="267"/>
            <ac:spMk id="6" creationId="{8C490B5A-A98B-402A-981E-6344E3803DD2}"/>
          </ac:spMkLst>
        </pc:spChg>
        <pc:spChg chg="add mod">
          <ac:chgData name="Raghib Hussain" userId="491d6df9-370f-416b-91c7-bb1dc07c8d2c" providerId="ADAL" clId="{0971C439-2F29-40CE-A0BE-27258055FC5E}" dt="2026-10-18T21:49:35.038" v="747" actId="688"/>
          <ac:spMkLst>
            <pc:docMk/>
            <pc:sldMk cId="570888115" sldId="267"/>
            <ac:spMk id="8" creationId="{E0C7E1EC-758F-5AE4-9A98-B717702B6472}"/>
          </ac:spMkLst>
        </pc:spChg>
        <pc:spChg chg="mod">
          <ac:chgData name="Raghib Hussain" userId="491d6df9-370f-416b-91c7-bb1dc07c8d2c" providerId="ADAL" clId="{0971C439-2F29-40CE-A0BE-27258055FC5E}" dt="2026-10-18T22:04:21.291" v="983" actId="1076"/>
          <ac:spMkLst>
            <pc:docMk/>
            <pc:sldMk cId="570888115" sldId="267"/>
            <ac:spMk id="9" creationId="{53411EFB-BE4E-42C3-B3DA-AD2E84F34371}"/>
          </ac:spMkLst>
        </pc:spChg>
        <pc:spChg chg="mod">
          <ac:chgData name="Raghib Hussain" userId="491d6df9-370f-416b-91c7-bb1dc07c8d2c" providerId="ADAL" clId="{0971C439-2F29-40CE-A0BE-27258055FC5E}" dt="2026-10-18T22:04:15.210" v="982" actId="948"/>
          <ac:spMkLst>
            <pc:docMk/>
            <pc:sldMk cId="570888115" sldId="267"/>
            <ac:spMk id="10" creationId="{D8DBAEA0-024B-4520-8FAD-4A7A31A4083B}"/>
          </ac:spMkLst>
        </pc:spChg>
        <pc:spChg chg="add mod">
          <ac:chgData name="Raghib Hussain" userId="491d6df9-370f-416b-91c7-bb1dc07c8d2c" providerId="ADAL" clId="{0971C439-2F29-40CE-A0BE-27258055FC5E}" dt="2026-10-18T22:04:38.365" v="988" actId="1076"/>
          <ac:spMkLst>
            <pc:docMk/>
            <pc:sldMk cId="570888115" sldId="267"/>
            <ac:spMk id="17" creationId="{D4BDC305-C9C4-E67B-4339-BB26CBD2FA87}"/>
          </ac:spMkLst>
        </pc:spChg>
        <pc:spChg chg="add mod">
          <ac:chgData name="Raghib Hussain" userId="491d6df9-370f-416b-91c7-bb1dc07c8d2c" providerId="ADAL" clId="{0971C439-2F29-40CE-A0BE-27258055FC5E}" dt="2026-10-19T00:16:37.860" v="1145" actId="20577"/>
          <ac:spMkLst>
            <pc:docMk/>
            <pc:sldMk cId="570888115" sldId="267"/>
            <ac:spMk id="23" creationId="{7A1BD038-9CE5-3D6D-0891-3CDD6163A960}"/>
          </ac:spMkLst>
        </pc:spChg>
      </pc:sldChg>
      <pc:sldChg chg="addSp modSp mod ord">
        <pc:chgData name="Raghib Hussain" userId="491d6df9-370f-416b-91c7-bb1dc07c8d2c" providerId="ADAL" clId="{0971C439-2F29-40CE-A0BE-27258055FC5E}" dt="2026-10-18T22:00:05.402" v="924" actId="1076"/>
        <pc:sldMkLst>
          <pc:docMk/>
          <pc:sldMk cId="2907241771" sldId="268"/>
        </pc:sldMkLst>
        <pc:spChg chg="add mod">
          <ac:chgData name="Raghib Hussain" userId="491d6df9-370f-416b-91c7-bb1dc07c8d2c" providerId="ADAL" clId="{0971C439-2F29-40CE-A0BE-27258055FC5E}" dt="2026-10-18T22:00:02.426" v="923" actId="1076"/>
          <ac:spMkLst>
            <pc:docMk/>
            <pc:sldMk cId="2907241771" sldId="268"/>
            <ac:spMk id="2" creationId="{394DEF53-F5D4-D051-4F8D-E9F7EF0B69F2}"/>
          </ac:spMkLst>
        </pc:spChg>
        <pc:spChg chg="add mod">
          <ac:chgData name="Raghib Hussain" userId="491d6df9-370f-416b-91c7-bb1dc07c8d2c" providerId="ADAL" clId="{0971C439-2F29-40CE-A0BE-27258055FC5E}" dt="2026-10-18T22:00:05.402" v="924" actId="1076"/>
          <ac:spMkLst>
            <pc:docMk/>
            <pc:sldMk cId="2907241771" sldId="268"/>
            <ac:spMk id="4" creationId="{6A3D8A75-DB2A-442A-9FA0-406125C1C03A}"/>
          </ac:spMkLst>
        </pc:spChg>
      </pc:sldChg>
      <pc:sldChg chg="addSp delSp modSp mod modNotesTx">
        <pc:chgData name="Raghib Hussain" userId="491d6df9-370f-416b-91c7-bb1dc07c8d2c" providerId="ADAL" clId="{0971C439-2F29-40CE-A0BE-27258055FC5E}" dt="2026-10-18T22:00:28.034" v="934"/>
        <pc:sldMkLst>
          <pc:docMk/>
          <pc:sldMk cId="2930909597" sldId="274"/>
        </pc:sldMkLst>
        <pc:spChg chg="add mod">
          <ac:chgData name="Raghib Hussain" userId="491d6df9-370f-416b-91c7-bb1dc07c8d2c" providerId="ADAL" clId="{0971C439-2F29-40CE-A0BE-27258055FC5E}" dt="2026-10-18T21:36:33.702" v="178"/>
          <ac:spMkLst>
            <pc:docMk/>
            <pc:sldMk cId="2930909597" sldId="274"/>
            <ac:spMk id="3" creationId="{283B90F2-AECB-19B9-BD34-EE29AB6BACA0}"/>
          </ac:spMkLst>
        </pc:spChg>
        <pc:spChg chg="add">
          <ac:chgData name="Raghib Hussain" userId="491d6df9-370f-416b-91c7-bb1dc07c8d2c" providerId="ADAL" clId="{0971C439-2F29-40CE-A0BE-27258055FC5E}" dt="2026-10-18T21:36:28.559" v="175" actId="22"/>
          <ac:spMkLst>
            <pc:docMk/>
            <pc:sldMk cId="2930909597" sldId="274"/>
            <ac:spMk id="5" creationId="{06F9B0CC-58B1-34DF-B6F0-DC061932D59C}"/>
          </ac:spMkLst>
        </pc:spChg>
        <pc:spChg chg="add mod">
          <ac:chgData name="Raghib Hussain" userId="491d6df9-370f-416b-91c7-bb1dc07c8d2c" providerId="ADAL" clId="{0971C439-2F29-40CE-A0BE-27258055FC5E}" dt="2026-10-18T21:38:00.474" v="299" actId="20577"/>
          <ac:spMkLst>
            <pc:docMk/>
            <pc:sldMk cId="2930909597" sldId="274"/>
            <ac:spMk id="7" creationId="{35FF2DC8-627D-2D01-0065-9E46EF9A48D9}"/>
          </ac:spMkLst>
        </pc:spChg>
        <pc:spChg chg="add mod">
          <ac:chgData name="Raghib Hussain" userId="491d6df9-370f-416b-91c7-bb1dc07c8d2c" providerId="ADAL" clId="{0971C439-2F29-40CE-A0BE-27258055FC5E}" dt="2026-10-18T21:40:34.918" v="336" actId="114"/>
          <ac:spMkLst>
            <pc:docMk/>
            <pc:sldMk cId="2930909597" sldId="274"/>
            <ac:spMk id="9" creationId="{87E1A293-F54A-371B-1D44-64087754A048}"/>
          </ac:spMkLst>
        </pc:spChg>
        <pc:spChg chg="add">
          <ac:chgData name="Raghib Hussain" userId="491d6df9-370f-416b-91c7-bb1dc07c8d2c" providerId="ADAL" clId="{0971C439-2F29-40CE-A0BE-27258055FC5E}" dt="2026-10-18T21:36:28.559" v="175" actId="22"/>
          <ac:spMkLst>
            <pc:docMk/>
            <pc:sldMk cId="2930909597" sldId="274"/>
            <ac:spMk id="11" creationId="{CFF4C942-6545-9FEE-2397-645D35301A45}"/>
          </ac:spMkLst>
        </pc:spChg>
        <pc:spChg chg="add mod">
          <ac:chgData name="Raghib Hussain" userId="491d6df9-370f-416b-91c7-bb1dc07c8d2c" providerId="ADAL" clId="{0971C439-2F29-40CE-A0BE-27258055FC5E}" dt="2026-10-18T21:38:05.169" v="316" actId="20577"/>
          <ac:spMkLst>
            <pc:docMk/>
            <pc:sldMk cId="2930909597" sldId="274"/>
            <ac:spMk id="13" creationId="{ED64A46C-7424-3128-0918-5D176C81E282}"/>
          </ac:spMkLst>
        </pc:spChg>
        <pc:spChg chg="add mod">
          <ac:chgData name="Raghib Hussain" userId="491d6df9-370f-416b-91c7-bb1dc07c8d2c" providerId="ADAL" clId="{0971C439-2F29-40CE-A0BE-27258055FC5E}" dt="2026-10-18T21:40:35.906" v="337" actId="114"/>
          <ac:spMkLst>
            <pc:docMk/>
            <pc:sldMk cId="2930909597" sldId="274"/>
            <ac:spMk id="15" creationId="{8CBBBE17-21F9-2FE6-5F0C-33A4DE60284A}"/>
          </ac:spMkLst>
        </pc:spChg>
        <pc:spChg chg="add">
          <ac:chgData name="Raghib Hussain" userId="491d6df9-370f-416b-91c7-bb1dc07c8d2c" providerId="ADAL" clId="{0971C439-2F29-40CE-A0BE-27258055FC5E}" dt="2026-10-18T21:36:28.559" v="175" actId="22"/>
          <ac:spMkLst>
            <pc:docMk/>
            <pc:sldMk cId="2930909597" sldId="274"/>
            <ac:spMk id="17" creationId="{005B4D3C-973E-A0C1-69E6-7FFB06CD79B5}"/>
          </ac:spMkLst>
        </pc:spChg>
        <pc:spChg chg="add mod">
          <ac:chgData name="Raghib Hussain" userId="491d6df9-370f-416b-91c7-bb1dc07c8d2c" providerId="ADAL" clId="{0971C439-2F29-40CE-A0BE-27258055FC5E}" dt="2026-10-18T21:38:09.679" v="317"/>
          <ac:spMkLst>
            <pc:docMk/>
            <pc:sldMk cId="2930909597" sldId="274"/>
            <ac:spMk id="19" creationId="{7B75A204-E6CF-2FE2-EDF7-9DEE08A58144}"/>
          </ac:spMkLst>
        </pc:spChg>
        <pc:spChg chg="add mod">
          <ac:chgData name="Raghib Hussain" userId="491d6df9-370f-416b-91c7-bb1dc07c8d2c" providerId="ADAL" clId="{0971C439-2F29-40CE-A0BE-27258055FC5E}" dt="2026-10-18T21:40:37.283" v="338" actId="114"/>
          <ac:spMkLst>
            <pc:docMk/>
            <pc:sldMk cId="2930909597" sldId="274"/>
            <ac:spMk id="21" creationId="{6C77FA72-36F6-EFE6-15CD-B6E4BEF23462}"/>
          </ac:spMkLst>
        </pc:spChg>
      </pc:sldChg>
    </pc:docChg>
  </pc:docChgLst>
  <pc:docChgLst>
    <pc:chgData name="Emil Ström" userId="S::emilstro@chalmers.se::21ad0271-a68f-4618-bb90-98602e0b35a7" providerId="AD" clId="Web-{0F4EC9D4-4D8A-D194-7159-913A0F8C18A2}"/>
    <pc:docChg chg="modSld">
      <pc:chgData name="Emil Ström" userId="S::emilstro@chalmers.se::21ad0271-a68f-4618-bb90-98602e0b35a7" providerId="AD" clId="Web-{0F4EC9D4-4D8A-D194-7159-913A0F8C18A2}" dt="2026-10-21T13:35:47.699" v="10" actId="20577"/>
      <pc:docMkLst>
        <pc:docMk/>
      </pc:docMkLst>
    </pc:docChg>
  </pc:docChgLst>
  <pc:docChgLst>
    <pc:chgData name="Ella Linlökken" userId="S::ellalinl@chalmers.se::040bee28-dc1c-4e8d-8bac-8667832e3bde" providerId="AD" clId="Web-{09881A05-226F-68B8-FE15-B12FFC879616}"/>
    <pc:docChg chg="modSld sldOrd">
      <pc:chgData name="Ella Linlökken" userId="S::ellalinl@chalmers.se::040bee28-dc1c-4e8d-8bac-8667832e3bde" providerId="AD" clId="Web-{09881A05-226F-68B8-FE15-B12FFC879616}" dt="2026-09-29T09:47:49.392" v="6"/>
      <pc:docMkLst>
        <pc:docMk/>
      </pc:docMkLst>
      <pc:sldChg chg="ord modNotes">
        <pc:chgData name="Ella Linlökken" userId="S::ellalinl@chalmers.se::040bee28-dc1c-4e8d-8bac-8667832e3bde" providerId="AD" clId="Web-{09881A05-226F-68B8-FE15-B12FFC879616}" dt="2026-09-29T09:47:18.142" v="4"/>
        <pc:sldMkLst>
          <pc:docMk/>
          <pc:sldMk cId="3381693637" sldId="270"/>
        </pc:sldMkLst>
      </pc:sldChg>
      <pc:sldChg chg="ord modNotes">
        <pc:chgData name="Ella Linlökken" userId="S::ellalinl@chalmers.se::040bee28-dc1c-4e8d-8bac-8667832e3bde" providerId="AD" clId="Web-{09881A05-226F-68B8-FE15-B12FFC879616}" dt="2026-09-29T09:47:20.970" v="5"/>
        <pc:sldMkLst>
          <pc:docMk/>
          <pc:sldMk cId="1274981465" sldId="271"/>
        </pc:sldMkLst>
      </pc:sldChg>
    </pc:docChg>
  </pc:docChgLst>
  <pc:docChgLst>
    <pc:chgData name="Emil Ström" userId="S::emilstro@chalmers.se::21ad0271-a68f-4618-bb90-98602e0b35a7" providerId="AD" clId="Web-{FBFB4D4B-12E7-75DC-1564-B37B79ED6807}"/>
    <pc:docChg chg="addSld delSld modSld">
      <pc:chgData name="Emil Ström" userId="S::emilstro@chalmers.se::21ad0271-a68f-4618-bb90-98602e0b35a7" providerId="AD" clId="Web-{FBFB4D4B-12E7-75DC-1564-B37B79ED6807}" dt="2026-09-29T09:35:38.843" v="144" actId="20577"/>
      <pc:docMkLst>
        <pc:docMk/>
      </pc:docMkLst>
    </pc:docChg>
  </pc:docChgLst>
  <pc:docChgLst>
    <pc:chgData name="Pontus Gustafsson" userId="S::pontg@chalmers.se::20a0e4fa-0e21-4442-a0db-ae573f3d145a" providerId="AD" clId="Web-{2FBF5114-A5E4-2B5A-BDD7-076D771D76F0}"/>
    <pc:docChg chg="mod addSld modSld addMainMaster delMainMaster">
      <pc:chgData name="Pontus Gustafsson" userId="S::pontg@chalmers.se::20a0e4fa-0e21-4442-a0db-ae573f3d145a" providerId="AD" clId="Web-{2FBF5114-A5E4-2B5A-BDD7-076D771D76F0}" dt="2026-09-29T09:54:52.936" v="143"/>
      <pc:docMkLst>
        <pc:docMk/>
      </pc:docMkLst>
      <pc:sldChg chg="mod modClrScheme chgLayout">
        <pc:chgData name="Pontus Gustafsson" userId="S::pontg@chalmers.se::20a0e4fa-0e21-4442-a0db-ae573f3d145a" providerId="AD" clId="Web-{2FBF5114-A5E4-2B5A-BDD7-076D771D76F0}" dt="2026-09-29T09:41:01.224" v="116"/>
        <pc:sldMkLst>
          <pc:docMk/>
          <pc:sldMk cId="738666484" sldId="256"/>
        </pc:sldMkLst>
      </pc:sldChg>
      <pc:sldChg chg="mod modClrScheme chgLayout">
        <pc:chgData name="Pontus Gustafsson" userId="S::pontg@chalmers.se::20a0e4fa-0e21-4442-a0db-ae573f3d145a" providerId="AD" clId="Web-{2FBF5114-A5E4-2B5A-BDD7-076D771D76F0}" dt="2026-09-29T09:41:01.224" v="116"/>
        <pc:sldMkLst>
          <pc:docMk/>
          <pc:sldMk cId="849351468" sldId="257"/>
        </pc:sldMkLst>
      </pc:sldChg>
      <pc:sldChg chg="mod modClrScheme chgLayout">
        <pc:chgData name="Pontus Gustafsson" userId="S::pontg@chalmers.se::20a0e4fa-0e21-4442-a0db-ae573f3d145a" providerId="AD" clId="Web-{2FBF5114-A5E4-2B5A-BDD7-076D771D76F0}" dt="2026-09-29T09:41:01.224" v="116"/>
        <pc:sldMkLst>
          <pc:docMk/>
          <pc:sldMk cId="570888115" sldId="267"/>
        </pc:sldMkLst>
      </pc:sldChg>
      <pc:sldChg chg="mod modClrScheme chgLayout">
        <pc:chgData name="Pontus Gustafsson" userId="S::pontg@chalmers.se::20a0e4fa-0e21-4442-a0db-ae573f3d145a" providerId="AD" clId="Web-{2FBF5114-A5E4-2B5A-BDD7-076D771D76F0}" dt="2026-09-29T09:41:01.224" v="116"/>
        <pc:sldMkLst>
          <pc:docMk/>
          <pc:sldMk cId="2907241771" sldId="268"/>
        </pc:sldMkLst>
      </pc:sldChg>
      <pc:sldChg chg="mod modClrScheme chgLayout">
        <pc:chgData name="Pontus Gustafsson" userId="S::pontg@chalmers.se::20a0e4fa-0e21-4442-a0db-ae573f3d145a" providerId="AD" clId="Web-{2FBF5114-A5E4-2B5A-BDD7-076D771D76F0}" dt="2026-09-29T09:41:01.224" v="116"/>
        <pc:sldMkLst>
          <pc:docMk/>
          <pc:sldMk cId="3381693637" sldId="270"/>
        </pc:sldMkLst>
      </pc:sldChg>
      <pc:sldChg chg="mod modClrScheme chgLayout">
        <pc:chgData name="Pontus Gustafsson" userId="S::pontg@chalmers.se::20a0e4fa-0e21-4442-a0db-ae573f3d145a" providerId="AD" clId="Web-{2FBF5114-A5E4-2B5A-BDD7-076D771D76F0}" dt="2026-09-29T09:41:01.224" v="116"/>
        <pc:sldMkLst>
          <pc:docMk/>
          <pc:sldMk cId="1274981465" sldId="271"/>
        </pc:sldMkLst>
      </pc:sldChg>
      <pc:sldMasterChg chg="add del addSldLayout delSldLayout">
        <pc:chgData name="Pontus Gustafsson" userId="S::pontg@chalmers.se::20a0e4fa-0e21-4442-a0db-ae573f3d145a" providerId="AD" clId="Web-{2FBF5114-A5E4-2B5A-BDD7-076D771D76F0}" dt="2026-09-29T09:41:01.224" v="116"/>
        <pc:sldMasterMkLst>
          <pc:docMk/>
          <pc:sldMasterMk cId="4192257378" sldId="2147483650"/>
        </pc:sldMasterMkLst>
        <pc:sldLayoutChg chg="add del">
          <pc:chgData name="Pontus Gustafsson" userId="S::pontg@chalmers.se::20a0e4fa-0e21-4442-a0db-ae573f3d145a" providerId="AD" clId="Web-{2FBF5114-A5E4-2B5A-BDD7-076D771D76F0}" dt="2026-09-29T09:41:01.224" v="116"/>
          <pc:sldLayoutMkLst>
            <pc:docMk/>
            <pc:sldMasterMk cId="4192257378" sldId="2147483650"/>
            <pc:sldLayoutMk cId="125893785" sldId="2147483651"/>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3938830097" sldId="2147483652"/>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1394747420" sldId="2147483653"/>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3685079501" sldId="2147483654"/>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3226758191" sldId="2147483655"/>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752029590" sldId="2147483656"/>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4080703349" sldId="2147483657"/>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2693519077" sldId="2147483658"/>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857586456" sldId="2147483659"/>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2921662658" sldId="2147483660"/>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1335144283" sldId="2147483661"/>
          </pc:sldLayoutMkLst>
        </pc:sldLayoutChg>
        <pc:sldLayoutChg chg="add del">
          <pc:chgData name="Pontus Gustafsson" userId="S::pontg@chalmers.se::20a0e4fa-0e21-4442-a0db-ae573f3d145a" providerId="AD" clId="Web-{2FBF5114-A5E4-2B5A-BDD7-076D771D76F0}" dt="2026-09-29T09:41:01.224" v="116"/>
          <pc:sldLayoutMkLst>
            <pc:docMk/>
            <pc:sldMasterMk cId="4192257378" sldId="2147483650"/>
            <pc:sldLayoutMk cId="1508051790" sldId="214748366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SE" sz="1200" b="0" i="0" u="none" strike="noStrike" kern="1200">
                <a:effectLst/>
              </a:rPr>
              <a:t>IKEA’s supply chain is huge, and around 90 percent of its product range is sourced from external suppliers. This makes it difficult to maintain full visibility into working conditions across every factory and location.</a:t>
            </a:r>
            <a:endParaRPr lang="en-SE" b="0">
              <a:effectLst/>
            </a:endParaRPr>
          </a:p>
          <a:p>
            <a:pPr rtl="0"/>
            <a:r>
              <a:rPr lang="en-SE" sz="1200" b="0" i="0" u="none" strike="noStrike" kern="1200">
                <a:effectLst/>
              </a:rPr>
              <a:t>For our project, we focused specifically on IKEA’s challenge of creating a fair and just transition across its value chain, with Vietnam as our chosen region.</a:t>
            </a:r>
            <a:endParaRPr lang="en-SE" b="0">
              <a:effectLst/>
            </a:endParaRPr>
          </a:p>
          <a:p>
            <a:pPr rtl="0"/>
            <a:r>
              <a:rPr lang="en-SE" sz="1200" b="0" i="0" u="none" strike="noStrike" kern="1200">
                <a:effectLst/>
              </a:rPr>
              <a:t>IKEA already uses audits and supplier reporting to monitor working conditions. But these methods can only show part of the picture. They may not always capture what workers are actually experiencing in their everyday work.</a:t>
            </a:r>
            <a:endParaRPr lang="en-SE" b="0">
              <a:effectLst/>
            </a:endParaRPr>
          </a:p>
          <a:p>
            <a:pPr rtl="0"/>
            <a:r>
              <a:rPr lang="en-SE" sz="1200" b="0" i="0" u="none" strike="noStrike" kern="1200">
                <a:effectLst/>
              </a:rPr>
              <a:t>So the question we focused on was: </a:t>
            </a:r>
            <a:r>
              <a:rPr lang="en-SE" sz="1200" b="1" i="0" u="none" strike="noStrike" kern="1200">
                <a:effectLst/>
              </a:rPr>
              <a:t>How can IKEA gain more direct and continuous insight into working conditions at its suppliers?</a:t>
            </a:r>
            <a:endParaRPr lang="en-SE" b="0">
              <a:effectLst/>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en-SE" sz="1200" b="0" i="0" u="none" strike="noStrike" kern="1200">
                <a:effectLst/>
              </a:rPr>
              <a:t>And this becomes especially important when we look at the kinds of problems that can occur.</a:t>
            </a:r>
            <a:endParaRPr lang="en-SE" b="0">
              <a:effectLst/>
            </a:endParaRPr>
          </a:p>
          <a:p>
            <a:pPr rtl="0"/>
            <a:r>
              <a:rPr lang="en-SE" sz="1200" b="0" i="0" u="none" strike="noStrike" kern="1200">
                <a:effectLst/>
              </a:rPr>
              <a:t>Issues like excessive overtime, unsafe working conditions, delayed wages, or unfair treatment may develop between audits and may not always be visible through formal reporting.</a:t>
            </a:r>
            <a:endParaRPr lang="en-SE" b="0">
              <a:effectLst/>
            </a:endParaRPr>
          </a:p>
          <a:p>
            <a:pPr rtl="0"/>
            <a:r>
              <a:rPr lang="en-SE" sz="1200" b="0" i="0" u="none" strike="noStrike" kern="1200">
                <a:effectLst/>
              </a:rPr>
              <a:t>Workers themselves are often the people who know about these problems first. But reporting them can be difficult, especially if reporting means going through factory management. A worker may worry that speaking up could affect their job or how they are treated.</a:t>
            </a:r>
            <a:endParaRPr lang="en-SE" b="0">
              <a:effectLst/>
            </a:endParaRPr>
          </a:p>
          <a:p>
            <a:pPr rtl="0"/>
            <a:r>
              <a:rPr lang="en-SE" sz="1200" b="0" i="0" u="none" strike="noStrike" kern="1200">
                <a:effectLst/>
              </a:rPr>
              <a:t>So the problem is not simply that IKEA needs more data. </a:t>
            </a:r>
            <a:r>
              <a:rPr lang="en-SE" sz="1200" b="1" i="0" u="none" strike="noStrike" kern="1200">
                <a:effectLst/>
              </a:rPr>
              <a:t>IKEA needs a way to hear directly from workers that is easy to access, continuous, and trusted by the people using it.</a:t>
            </a:r>
            <a:endParaRPr lang="en-SE" b="0">
              <a:effectLst/>
            </a:endParaRPr>
          </a:p>
          <a:p>
            <a:pPr rtl="0"/>
            <a:r>
              <a:rPr lang="en-SE" sz="1200" b="0" i="0" u="none" strike="noStrike" kern="1200">
                <a:effectLst/>
              </a:rPr>
              <a:t>If workers do not feel safe enough to give honest feedback, then even a world class reporting system would fail.</a:t>
            </a:r>
            <a:endParaRPr lang="en-SE" b="0">
              <a:effectLst/>
            </a:endParaRPr>
          </a:p>
          <a:p>
            <a:pPr rtl="0"/>
            <a:r>
              <a:rPr lang="en-SE" sz="1200" b="1" i="0" u="none" strike="noStrike" kern="1200">
                <a:effectLst/>
              </a:rPr>
              <a:t>That is the problem our solution, Clock It, is designed to address.</a:t>
            </a:r>
            <a:endParaRPr lang="en-SE" b="0">
              <a:effectLst/>
            </a:endParaRPr>
          </a:p>
        </p:txBody>
      </p:sp>
      <p:sp>
        <p:nvSpPr>
          <p:cNvPr id="4" name="Slide Number Placeholder 3"/>
          <p:cNvSpPr>
            <a:spLocks noGrp="1"/>
          </p:cNvSpPr>
          <p:nvPr>
            <p:ph type="sldNum" sz="quarter" idx="5"/>
          </p:nvPr>
        </p:nvSpPr>
        <p:spPr/>
        <p:txBody>
          <a:bodyPr/>
          <a:lstStyle/>
          <a:p>
            <a:endParaRPr lang="en-SE"/>
          </a:p>
        </p:txBody>
      </p:sp>
    </p:spTree>
    <p:extLst>
      <p:ext uri="{BB962C8B-B14F-4D97-AF65-F5344CB8AC3E}">
        <p14:creationId xmlns:p14="http://schemas.microsoft.com/office/powerpoint/2010/main" val="26827241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primary user is IKEA’s Sustainability and Compliance Manager, so the dashboard should make it easy to see which suppliers or issues need attention. Feedback is organized into categories such as overtime, safety, wages and workplace treatment, with potential risks clearly flagged so the manager can quickly identify patterns and follow up on them.</a:t>
            </a:r>
          </a:p>
          <a:p>
            <a:r>
              <a:rPr lang="en-US"/>
              <a:t>We also considered usability for the workers providing the data. The feedback process is connected to their existing clock-out routine, with a simple interface in Vietnamese and as few steps as possible. Their responses are anonymous, which is important for building trust and encouraging honest feedback.</a:t>
            </a:r>
          </a:p>
          <a:p>
            <a:endParaRPr lang="en-US">
              <a:solidFill>
                <a:srgbClr val="000000"/>
              </a:solidFill>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548E5-1504-D8B7-291C-75B72B732F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C86096-AD10-3F3D-2A02-45BAB78E64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0AF293-04CE-2903-E477-9BC203A21055}"/>
              </a:ext>
            </a:extLst>
          </p:cNvPr>
          <p:cNvSpPr>
            <a:spLocks noGrp="1"/>
          </p:cNvSpPr>
          <p:nvPr>
            <p:ph type="body" idx="1"/>
          </p:nvPr>
        </p:nvSpPr>
        <p:spPr/>
        <p:txBody>
          <a:bodyPr/>
          <a:lstStyle/>
          <a:p>
            <a:r>
              <a:rPr lang="en-US"/>
              <a:t>Seen from the technical dimension, the system would be maintained by IKEA, suppliers, and the clock-in system provider. It should be regularly updated and checked to address new labor and sustainability risks.</a:t>
            </a:r>
            <a:endParaRPr lang="sv-SE"/>
          </a:p>
          <a:p>
            <a:r>
              <a:rPr lang="en-US"/>
              <a:t>The main challenges are technical failures, cybersecurity, and scaling across suppliers with different systems and technical abilities. To make the system flexible, the feedback feature would be modular and connected through standard APIs.</a:t>
            </a:r>
          </a:p>
          <a:p>
            <a:br>
              <a:rPr lang="en-US"/>
            </a:br>
            <a:endParaRPr lang="en-US"/>
          </a:p>
        </p:txBody>
      </p:sp>
      <p:sp>
        <p:nvSpPr>
          <p:cNvPr id="4" name="Slide Number Placeholder 3">
            <a:extLst>
              <a:ext uri="{FF2B5EF4-FFF2-40B4-BE49-F238E27FC236}">
                <a16:creationId xmlns:a16="http://schemas.microsoft.com/office/drawing/2014/main" id="{6BFB79D8-4D8F-D7BF-3729-5511F34E889F}"/>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6283033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13E996-8242-DFAB-FB97-8C6A34B92F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172B60-59BC-17DA-053E-74EA036256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494BCF-29BC-1700-67B0-0ACA471BA9C7}"/>
              </a:ext>
            </a:extLst>
          </p:cNvPr>
          <p:cNvSpPr>
            <a:spLocks noGrp="1"/>
          </p:cNvSpPr>
          <p:nvPr>
            <p:ph type="body" idx="1"/>
          </p:nvPr>
        </p:nvSpPr>
        <p:spPr/>
        <p:txBody>
          <a:bodyPr/>
          <a:lstStyle/>
          <a:p>
            <a:r>
              <a:rPr lang="en-US"/>
              <a:t>Seen from the technical dimension, the system would be maintained by IKEA, suppliers, and the clock-in system provider. It should be regularly updated and checked to address new labor and sustainability risks.</a:t>
            </a:r>
            <a:endParaRPr lang="sv-SE"/>
          </a:p>
          <a:p>
            <a:r>
              <a:rPr lang="en-US"/>
              <a:t>The main challenges are technical failures, cybersecurity, and scaling across suppliers with different systems and technical abilities. To make the system flexible, the feedback feature would be modular and connected through standard APIs.</a:t>
            </a:r>
          </a:p>
          <a:p>
            <a:br>
              <a:rPr lang="en-US"/>
            </a:br>
            <a:endParaRPr lang="en-US"/>
          </a:p>
        </p:txBody>
      </p:sp>
      <p:sp>
        <p:nvSpPr>
          <p:cNvPr id="4" name="Slide Number Placeholder 3">
            <a:extLst>
              <a:ext uri="{FF2B5EF4-FFF2-40B4-BE49-F238E27FC236}">
                <a16:creationId xmlns:a16="http://schemas.microsoft.com/office/drawing/2014/main" id="{050C881D-34D1-AF3D-42B3-02BB7824904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5094355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Idea (25 s): Put a simple tablet near an existing clock-out station, but keep feedback technically separate from the fingerprint system. Workers may choose to answer a short question in Vietnamese. Responses feed a protected IKEA case view. The placement uses an existing routine, while the feedback remains optional. The proposal does not require collecting fingerprint data or linking submissions to attendance records. Source: team Capstone Questions notes; the separation is a proposed privacy safeguard.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Backup: The pilot should separate the feedback tablet from the time system. Do not ingest individual timestamps or biometrics into phase one. A local legal and worker rights review must determine data retention, disclosure limits, reporting thresholds, and any path to urgent intervention. Physical privacy matters because a visible tablet can still reveal who reports. The original team notes proposed anonymous attendance logs as an option, but this pilot recommendation deliberately defers attendance data until the privacy need and lawful design are established.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D49816-436F-2D1B-CD38-E0169C3E06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6E2325-95BD-D2DC-4E87-6292F39D39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A6E372-073E-C5DF-E9EC-3B37F7883F29}"/>
              </a:ext>
            </a:extLst>
          </p:cNvPr>
          <p:cNvSpPr>
            <a:spLocks noGrp="1"/>
          </p:cNvSpPr>
          <p:nvPr>
            <p:ph type="body" idx="1"/>
          </p:nvPr>
        </p:nvSpPr>
        <p:spPr/>
        <p:txBody>
          <a:bodyPr/>
          <a:lstStyle/>
          <a:p>
            <a:r>
              <a:t>Backup: The highest risk is retaliation or false confidence if workers fear the reporting channel. Test perceived safety independently, avoid personal traces, and check whether grievances lead to remedies. Another risk is low usability or supplier control. Keep a simple Vietnamese flow and independent installation. For environmental cost, use refurbished tablets when appropriate, low power settings and retention limits. Do not assert emissions savings without measuring them. Source: team Feasibility and Sustainability notes.</a:t>
            </a:r>
          </a:p>
        </p:txBody>
      </p:sp>
      <p:sp>
        <p:nvSpPr>
          <p:cNvPr id="4" name="Slide Number Placeholder 3">
            <a:extLst>
              <a:ext uri="{FF2B5EF4-FFF2-40B4-BE49-F238E27FC236}">
                <a16:creationId xmlns:a16="http://schemas.microsoft.com/office/drawing/2014/main" id="{FFC7B977-75A9-EC87-5561-A57B577A07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859088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C8E00-0A1B-D407-D56B-B03E8D41B4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EDEA563-C98F-5038-BFD0-C2A52B8C7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EAB33E-A482-FE6E-7D20-4C3CF41D4E8F}"/>
              </a:ext>
            </a:extLst>
          </p:cNvPr>
          <p:cNvSpPr>
            <a:spLocks noGrp="1"/>
          </p:cNvSpPr>
          <p:nvPr>
            <p:ph type="body" idx="1"/>
          </p:nvPr>
        </p:nvSpPr>
        <p:spPr/>
        <p:txBody>
          <a:bodyPr/>
          <a:lstStyle/>
          <a:p>
            <a:r>
              <a:rPr lang="en-US"/>
              <a:t>Seen from the technical dimension, the system would be maintained by IKEA, suppliers, and the clock-in system provider. It should be regularly updated and checked to address new labor and sustainability risks.</a:t>
            </a:r>
            <a:endParaRPr lang="sv-SE"/>
          </a:p>
          <a:p>
            <a:r>
              <a:rPr lang="en-US"/>
              <a:t>The main challenges are technical failures, cybersecurity, and scaling across suppliers with different systems and technical abilities. To make the system flexible, the feedback feature would be modular and connected through standard APIs.</a:t>
            </a:r>
          </a:p>
          <a:p>
            <a:br>
              <a:rPr lang="en-US"/>
            </a:br>
            <a:endParaRPr lang="en-US"/>
          </a:p>
        </p:txBody>
      </p:sp>
      <p:sp>
        <p:nvSpPr>
          <p:cNvPr id="4" name="Slide Number Placeholder 3">
            <a:extLst>
              <a:ext uri="{FF2B5EF4-FFF2-40B4-BE49-F238E27FC236}">
                <a16:creationId xmlns:a16="http://schemas.microsoft.com/office/drawing/2014/main" id="{FB9B8ACE-25D1-0CE8-E06D-750142416C81}"/>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86670067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FB873-2573-CF92-42BD-0069E76C71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1D59CD6-9D0C-1665-BFF8-F624D3838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644673-9651-B2C3-6715-DED9CCB4E37E}"/>
              </a:ext>
            </a:extLst>
          </p:cNvPr>
          <p:cNvSpPr>
            <a:spLocks noGrp="1"/>
          </p:cNvSpPr>
          <p:nvPr>
            <p:ph type="body" idx="1"/>
          </p:nvPr>
        </p:nvSpPr>
        <p:spPr/>
        <p:txBody>
          <a:bodyPr/>
          <a:lstStyle/>
          <a:p>
            <a:r>
              <a:rPr lang="en-US"/>
              <a:t>From an environmental perspective, the system has relatively low energy and storage needs. Refurbished tablets and recycling would also help reduce electronic waste. Overall, the system mainly supports social sustainability by improving transparency and worker safety.</a:t>
            </a:r>
          </a:p>
        </p:txBody>
      </p:sp>
      <p:sp>
        <p:nvSpPr>
          <p:cNvPr id="4" name="Slide Number Placeholder 3">
            <a:extLst>
              <a:ext uri="{FF2B5EF4-FFF2-40B4-BE49-F238E27FC236}">
                <a16:creationId xmlns:a16="http://schemas.microsoft.com/office/drawing/2014/main" id="{B776CC46-0A07-5857-BF5D-67268B36CED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1643543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0AE18A-A549-5A1E-E9DD-998DF55176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4D1B9BA-610B-EA85-333B-17B636B9CB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7B0F33-549E-DF65-6D83-856686849E08}"/>
              </a:ext>
            </a:extLst>
          </p:cNvPr>
          <p:cNvSpPr>
            <a:spLocks noGrp="1"/>
          </p:cNvSpPr>
          <p:nvPr>
            <p:ph type="body" idx="1"/>
          </p:nvPr>
        </p:nvSpPr>
        <p:spPr/>
        <p:txBody>
          <a:bodyPr/>
          <a:lstStyle/>
          <a:p>
            <a:r>
              <a:rPr lang="en-US"/>
              <a:t>From an environmental perspective, the system has relatively low energy and storage needs. Refurbished tablets and recycling would also help reduce electronic waste. Overall, the system mainly supports social sustainability by improving transparency and worker safety.</a:t>
            </a:r>
          </a:p>
        </p:txBody>
      </p:sp>
      <p:sp>
        <p:nvSpPr>
          <p:cNvPr id="4" name="Slide Number Placeholder 3">
            <a:extLst>
              <a:ext uri="{FF2B5EF4-FFF2-40B4-BE49-F238E27FC236}">
                <a16:creationId xmlns:a16="http://schemas.microsoft.com/office/drawing/2014/main" id="{52081E66-1F34-D300-08DD-21DA34BC95FD}"/>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9281084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46CA7-D22D-9DB3-638B-B790485D12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B8290D-1812-41D7-5703-307FDBEAD4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8C7B95-8661-78F7-E4C6-242CF9805779}"/>
              </a:ext>
            </a:extLst>
          </p:cNvPr>
          <p:cNvSpPr>
            <a:spLocks noGrp="1"/>
          </p:cNvSpPr>
          <p:nvPr>
            <p:ph type="body" idx="1"/>
          </p:nvPr>
        </p:nvSpPr>
        <p:spPr/>
        <p:txBody>
          <a:bodyPr/>
          <a:lstStyle/>
          <a:p>
            <a:r>
              <a:rPr lang="en-US"/>
              <a:t>From an environmental perspective, the system has relatively low energy and storage needs. Refurbished tablets and recycling would also help reduce electronic waste. Overall, the system mainly supports social sustainability by improving transparency and worker safety.</a:t>
            </a:r>
          </a:p>
        </p:txBody>
      </p:sp>
      <p:sp>
        <p:nvSpPr>
          <p:cNvPr id="4" name="Slide Number Placeholder 3">
            <a:extLst>
              <a:ext uri="{FF2B5EF4-FFF2-40B4-BE49-F238E27FC236}">
                <a16:creationId xmlns:a16="http://schemas.microsoft.com/office/drawing/2014/main" id="{A2E3A1FB-83B5-A94A-574D-192D9E4D742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331348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8C7C3-E1C3-7EE8-471C-4DB9D4C8D0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1F409-7AF5-5AAF-87C8-5C634695BD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4A0CE-B34C-9362-3215-1BC8C96E25BD}"/>
              </a:ext>
            </a:extLst>
          </p:cNvPr>
          <p:cNvSpPr>
            <a:spLocks noGrp="1"/>
          </p:cNvSpPr>
          <p:nvPr>
            <p:ph type="body" idx="1"/>
          </p:nvPr>
        </p:nvSpPr>
        <p:spPr/>
        <p:txBody>
          <a:bodyPr/>
          <a:lstStyle/>
          <a:p>
            <a:r>
              <a:rPr lang="en-US"/>
              <a:t>From an environmental perspective, the system has relatively low energy and storage needs. Refurbished tablets and recycling would also help reduce electronic waste. Overall, the system mainly supports social sustainability by improving transparency and worker safety.</a:t>
            </a:r>
          </a:p>
        </p:txBody>
      </p:sp>
      <p:sp>
        <p:nvSpPr>
          <p:cNvPr id="4" name="Slide Number Placeholder 3">
            <a:extLst>
              <a:ext uri="{FF2B5EF4-FFF2-40B4-BE49-F238E27FC236}">
                <a16:creationId xmlns:a16="http://schemas.microsoft.com/office/drawing/2014/main" id="{85C6BA55-D330-EECB-AEF5-DC335B739D6E}"/>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0109054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Sources: (1) Inter IKEA Group, IKEA Innovation Challenges to Chalmers BSc/MSc in ICT, 24 August 2026, user-supplied PDF, Challenge 4. (2) Team draft, Capstone Questions, user-supplied markdown. (3) Team's open-ended Vietnam interview, as described in the draft; no transcript supplied. (4) Official Chalmers emblem asset, www.chalmers.se/_next/static/media/chalmers-emblem-white.11pif_jbe56ne.svg. The cover art is AI-generated conceptual illustration. Team name, members, CIDs and email remain placeholders because none were provided.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Rubrikbild">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874EDD96-3216-AE70-E99B-F1C1BECC12EE}"/>
              </a:ext>
            </a:extLst>
          </p:cNvPr>
          <p:cNvSpPr>
            <a:spLocks noGrp="1"/>
          </p:cNvSpPr>
          <p:nvPr>
            <p:ph type="ctrTitle"/>
          </p:nvPr>
        </p:nvSpPr>
        <p:spPr>
          <a:xfrm>
            <a:off x="1524000" y="1122363"/>
            <a:ext cx="9144000" cy="2387600"/>
          </a:xfrm>
        </p:spPr>
        <p:txBody>
          <a:bodyPr anchor="b"/>
          <a:lstStyle>
            <a:lvl1pPr algn="ctr">
              <a:defRPr sz="6000"/>
            </a:lvl1pPr>
          </a:lstStyle>
          <a:p>
            <a:r>
              <a:rPr lang="sv-SE"/>
              <a:t>Klicka här för att ändra mall för rubrikformat</a:t>
            </a:r>
          </a:p>
        </p:txBody>
      </p:sp>
      <p:sp>
        <p:nvSpPr>
          <p:cNvPr id="3" name="Underrubrik 2">
            <a:extLst>
              <a:ext uri="{FF2B5EF4-FFF2-40B4-BE49-F238E27FC236}">
                <a16:creationId xmlns:a16="http://schemas.microsoft.com/office/drawing/2014/main" id="{D8CE5D0D-6EF6-CB0F-61F4-0EDF08C58A6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sv-SE"/>
              <a:t>Klicka här för att ändra mall för underrubrikformat</a:t>
            </a:r>
          </a:p>
        </p:txBody>
      </p:sp>
      <p:sp>
        <p:nvSpPr>
          <p:cNvPr id="4" name="Platshållare för datum 3">
            <a:extLst>
              <a:ext uri="{FF2B5EF4-FFF2-40B4-BE49-F238E27FC236}">
                <a16:creationId xmlns:a16="http://schemas.microsoft.com/office/drawing/2014/main" id="{398351F7-1A28-ABB4-B8BF-9E428FC1D669}"/>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5" name="Platshållare för sidfot 4">
            <a:extLst>
              <a:ext uri="{FF2B5EF4-FFF2-40B4-BE49-F238E27FC236}">
                <a16:creationId xmlns:a16="http://schemas.microsoft.com/office/drawing/2014/main" id="{0FA463E6-177F-C148-B8A3-D04EEA190DBF}"/>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62886E4C-BCC0-8694-29C0-0EAE2D850629}"/>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1258937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Rubrik och innehåll">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3916EEF1-A0BF-7B12-E5CB-D790C192BD65}"/>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DD433CA8-4E1A-CE9A-B801-E5FEF002E3B5}"/>
              </a:ext>
            </a:extLst>
          </p:cNvPr>
          <p:cNvSpPr>
            <a:spLocks noGrp="1"/>
          </p:cNvSpPr>
          <p:nvPr>
            <p:ph idx="1"/>
          </p:nvPr>
        </p:nvSpPr>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473C9B37-ADCB-98C0-4669-2C5B2B2E8555}"/>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5" name="Platshållare för sidfot 4">
            <a:extLst>
              <a:ext uri="{FF2B5EF4-FFF2-40B4-BE49-F238E27FC236}">
                <a16:creationId xmlns:a16="http://schemas.microsoft.com/office/drawing/2014/main" id="{C44F9B43-9A94-5202-6364-4EC522BD1B3F}"/>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72F77CA4-DFD6-384B-B7AB-5450AD90EE90}"/>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39388300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vsnitts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C249EC1F-0C54-B8E4-2A37-584EF8183D29}"/>
              </a:ext>
            </a:extLst>
          </p:cNvPr>
          <p:cNvSpPr>
            <a:spLocks noGrp="1"/>
          </p:cNvSpPr>
          <p:nvPr>
            <p:ph type="title"/>
          </p:nvPr>
        </p:nvSpPr>
        <p:spPr>
          <a:xfrm>
            <a:off x="831850" y="1709738"/>
            <a:ext cx="10515600" cy="2852737"/>
          </a:xfrm>
        </p:spPr>
        <p:txBody>
          <a:bodyPr anchor="b"/>
          <a:lstStyle>
            <a:lvl1pPr>
              <a:defRPr sz="6000"/>
            </a:lvl1pPr>
          </a:lstStyle>
          <a:p>
            <a:r>
              <a:rPr lang="sv-SE"/>
              <a:t>Klicka här för att ändra mall för rubrikformat</a:t>
            </a:r>
          </a:p>
        </p:txBody>
      </p:sp>
      <p:sp>
        <p:nvSpPr>
          <p:cNvPr id="3" name="Platshållare för text 2">
            <a:extLst>
              <a:ext uri="{FF2B5EF4-FFF2-40B4-BE49-F238E27FC236}">
                <a16:creationId xmlns:a16="http://schemas.microsoft.com/office/drawing/2014/main" id="{0A330DF6-B7BD-7650-ABC6-0235C1605C13}"/>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sv-SE"/>
              <a:t>Klicka här för att ändra format på bakgrundstexten</a:t>
            </a:r>
          </a:p>
        </p:txBody>
      </p:sp>
      <p:sp>
        <p:nvSpPr>
          <p:cNvPr id="4" name="Platshållare för datum 3">
            <a:extLst>
              <a:ext uri="{FF2B5EF4-FFF2-40B4-BE49-F238E27FC236}">
                <a16:creationId xmlns:a16="http://schemas.microsoft.com/office/drawing/2014/main" id="{2407CAF1-437A-0BBC-C2D7-83945445D7BC}"/>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5" name="Platshållare för sidfot 4">
            <a:extLst>
              <a:ext uri="{FF2B5EF4-FFF2-40B4-BE49-F238E27FC236}">
                <a16:creationId xmlns:a16="http://schemas.microsoft.com/office/drawing/2014/main" id="{F8B0FE69-8E61-6130-E142-56F5399869DB}"/>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5D909A40-9745-B41B-63E9-AC6AC6C13DCA}"/>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13947474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vå delar">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7834A43D-3735-1C11-E0D1-A52777F1E2EF}"/>
              </a:ext>
            </a:extLst>
          </p:cNvPr>
          <p:cNvSpPr>
            <a:spLocks noGrp="1"/>
          </p:cNvSpPr>
          <p:nvPr>
            <p:ph type="title"/>
          </p:nvPr>
        </p:nvSpPr>
        <p:spPr/>
        <p:txBody>
          <a:body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7CDDADE7-EECE-05F2-560C-1EC25F439A1C}"/>
              </a:ext>
            </a:extLst>
          </p:cNvPr>
          <p:cNvSpPr>
            <a:spLocks noGrp="1"/>
          </p:cNvSpPr>
          <p:nvPr>
            <p:ph sz="half" idx="1"/>
          </p:nvPr>
        </p:nvSpPr>
        <p:spPr>
          <a:xfrm>
            <a:off x="838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innehåll 3">
            <a:extLst>
              <a:ext uri="{FF2B5EF4-FFF2-40B4-BE49-F238E27FC236}">
                <a16:creationId xmlns:a16="http://schemas.microsoft.com/office/drawing/2014/main" id="{8CF0F456-21C3-53FA-45A5-B39128D0C6B3}"/>
              </a:ext>
            </a:extLst>
          </p:cNvPr>
          <p:cNvSpPr>
            <a:spLocks noGrp="1"/>
          </p:cNvSpPr>
          <p:nvPr>
            <p:ph sz="half" idx="2"/>
          </p:nvPr>
        </p:nvSpPr>
        <p:spPr>
          <a:xfrm>
            <a:off x="6172200" y="1825625"/>
            <a:ext cx="5181600" cy="435133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datum 4">
            <a:extLst>
              <a:ext uri="{FF2B5EF4-FFF2-40B4-BE49-F238E27FC236}">
                <a16:creationId xmlns:a16="http://schemas.microsoft.com/office/drawing/2014/main" id="{E6E748A7-51A0-1503-2BC9-472DA24CF878}"/>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6" name="Platshållare för sidfot 5">
            <a:extLst>
              <a:ext uri="{FF2B5EF4-FFF2-40B4-BE49-F238E27FC236}">
                <a16:creationId xmlns:a16="http://schemas.microsoft.com/office/drawing/2014/main" id="{CCF09A0B-39D3-A90A-5F5F-DDD768AD989B}"/>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DB8602A2-8E59-5FE5-FB04-7A7161A3BD59}"/>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36850795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Jämförelse">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2DBC2A3B-C253-05F5-342B-2F407C0A8D11}"/>
              </a:ext>
            </a:extLst>
          </p:cNvPr>
          <p:cNvSpPr>
            <a:spLocks noGrp="1"/>
          </p:cNvSpPr>
          <p:nvPr>
            <p:ph type="title"/>
          </p:nvPr>
        </p:nvSpPr>
        <p:spPr>
          <a:xfrm>
            <a:off x="839788" y="365125"/>
            <a:ext cx="10515600" cy="1325563"/>
          </a:xfrm>
        </p:spPr>
        <p:txBody>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EDAE7BCC-31DA-123C-E06B-E9EA16D4288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4" name="Platshållare för innehåll 3">
            <a:extLst>
              <a:ext uri="{FF2B5EF4-FFF2-40B4-BE49-F238E27FC236}">
                <a16:creationId xmlns:a16="http://schemas.microsoft.com/office/drawing/2014/main" id="{7FC4DF79-6F80-75D6-439D-A01B0197B485}"/>
              </a:ext>
            </a:extLst>
          </p:cNvPr>
          <p:cNvSpPr>
            <a:spLocks noGrp="1"/>
          </p:cNvSpPr>
          <p:nvPr>
            <p:ph sz="half" idx="2"/>
          </p:nvPr>
        </p:nvSpPr>
        <p:spPr>
          <a:xfrm>
            <a:off x="839788" y="2505075"/>
            <a:ext cx="5157787"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5" name="Platshållare för text 4">
            <a:extLst>
              <a:ext uri="{FF2B5EF4-FFF2-40B4-BE49-F238E27FC236}">
                <a16:creationId xmlns:a16="http://schemas.microsoft.com/office/drawing/2014/main" id="{C1447884-6DAB-36FF-BF87-648508DB8E2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sv-SE"/>
              <a:t>Klicka här för att ändra format på bakgrundstexten</a:t>
            </a:r>
          </a:p>
        </p:txBody>
      </p:sp>
      <p:sp>
        <p:nvSpPr>
          <p:cNvPr id="6" name="Platshållare för innehåll 5">
            <a:extLst>
              <a:ext uri="{FF2B5EF4-FFF2-40B4-BE49-F238E27FC236}">
                <a16:creationId xmlns:a16="http://schemas.microsoft.com/office/drawing/2014/main" id="{CD5D4842-BDFF-650B-4443-1E28686E5ADF}"/>
              </a:ext>
            </a:extLst>
          </p:cNvPr>
          <p:cNvSpPr>
            <a:spLocks noGrp="1"/>
          </p:cNvSpPr>
          <p:nvPr>
            <p:ph sz="quarter" idx="4"/>
          </p:nvPr>
        </p:nvSpPr>
        <p:spPr>
          <a:xfrm>
            <a:off x="6172200" y="2505075"/>
            <a:ext cx="5183188" cy="3684588"/>
          </a:xfrm>
        </p:spPr>
        <p:txBody>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7" name="Platshållare för datum 6">
            <a:extLst>
              <a:ext uri="{FF2B5EF4-FFF2-40B4-BE49-F238E27FC236}">
                <a16:creationId xmlns:a16="http://schemas.microsoft.com/office/drawing/2014/main" id="{57A26D9C-AF93-7492-9071-FD8CFEE69C47}"/>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8" name="Platshållare för sidfot 7">
            <a:extLst>
              <a:ext uri="{FF2B5EF4-FFF2-40B4-BE49-F238E27FC236}">
                <a16:creationId xmlns:a16="http://schemas.microsoft.com/office/drawing/2014/main" id="{486F8924-FE3D-F6E7-780C-5F587A8ED1B0}"/>
              </a:ext>
            </a:extLst>
          </p:cNvPr>
          <p:cNvSpPr>
            <a:spLocks noGrp="1"/>
          </p:cNvSpPr>
          <p:nvPr>
            <p:ph type="ftr" sz="quarter" idx="11"/>
          </p:nvPr>
        </p:nvSpPr>
        <p:spPr/>
        <p:txBody>
          <a:bodyPr/>
          <a:lstStyle/>
          <a:p>
            <a:endParaRPr lang="sv-SE"/>
          </a:p>
        </p:txBody>
      </p:sp>
      <p:sp>
        <p:nvSpPr>
          <p:cNvPr id="9" name="Platshållare för bildnummer 8">
            <a:extLst>
              <a:ext uri="{FF2B5EF4-FFF2-40B4-BE49-F238E27FC236}">
                <a16:creationId xmlns:a16="http://schemas.microsoft.com/office/drawing/2014/main" id="{CDF3AC06-EEEA-0E0B-5654-377698A59B2F}"/>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32267581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Endast rubrik">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B382A2EA-183B-DD0B-3B47-98B03AEA705E}"/>
              </a:ext>
            </a:extLst>
          </p:cNvPr>
          <p:cNvSpPr>
            <a:spLocks noGrp="1"/>
          </p:cNvSpPr>
          <p:nvPr>
            <p:ph type="title"/>
          </p:nvPr>
        </p:nvSpPr>
        <p:spPr/>
        <p:txBody>
          <a:bodyPr/>
          <a:lstStyle/>
          <a:p>
            <a:r>
              <a:rPr lang="sv-SE"/>
              <a:t>Klicka här för att ändra mall för rubrikformat</a:t>
            </a:r>
          </a:p>
        </p:txBody>
      </p:sp>
      <p:sp>
        <p:nvSpPr>
          <p:cNvPr id="3" name="Platshållare för datum 2">
            <a:extLst>
              <a:ext uri="{FF2B5EF4-FFF2-40B4-BE49-F238E27FC236}">
                <a16:creationId xmlns:a16="http://schemas.microsoft.com/office/drawing/2014/main" id="{13DF1E02-6C7F-E3D8-5265-75A68A5F1A22}"/>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4" name="Platshållare för sidfot 3">
            <a:extLst>
              <a:ext uri="{FF2B5EF4-FFF2-40B4-BE49-F238E27FC236}">
                <a16:creationId xmlns:a16="http://schemas.microsoft.com/office/drawing/2014/main" id="{7FB6045F-8760-EAF5-823B-E0E96E4ED909}"/>
              </a:ext>
            </a:extLst>
          </p:cNvPr>
          <p:cNvSpPr>
            <a:spLocks noGrp="1"/>
          </p:cNvSpPr>
          <p:nvPr>
            <p:ph type="ftr" sz="quarter" idx="11"/>
          </p:nvPr>
        </p:nvSpPr>
        <p:spPr/>
        <p:txBody>
          <a:bodyPr/>
          <a:lstStyle/>
          <a:p>
            <a:endParaRPr lang="sv-SE"/>
          </a:p>
        </p:txBody>
      </p:sp>
      <p:sp>
        <p:nvSpPr>
          <p:cNvPr id="5" name="Platshållare för bildnummer 4">
            <a:extLst>
              <a:ext uri="{FF2B5EF4-FFF2-40B4-BE49-F238E27FC236}">
                <a16:creationId xmlns:a16="http://schemas.microsoft.com/office/drawing/2014/main" id="{D822C7A8-2B7B-8A3E-2048-2CCBA5831F89}"/>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752029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Tom">
    <p:spTree>
      <p:nvGrpSpPr>
        <p:cNvPr id="1" name=""/>
        <p:cNvGrpSpPr/>
        <p:nvPr/>
      </p:nvGrpSpPr>
      <p:grpSpPr>
        <a:xfrm>
          <a:off x="0" y="0"/>
          <a:ext cx="0" cy="0"/>
          <a:chOff x="0" y="0"/>
          <a:chExt cx="0" cy="0"/>
        </a:xfrm>
      </p:grpSpPr>
      <p:sp>
        <p:nvSpPr>
          <p:cNvPr id="2" name="Platshållare för datum 1">
            <a:extLst>
              <a:ext uri="{FF2B5EF4-FFF2-40B4-BE49-F238E27FC236}">
                <a16:creationId xmlns:a16="http://schemas.microsoft.com/office/drawing/2014/main" id="{9D662E83-F062-062A-8777-C6D862F4A443}"/>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3" name="Platshållare för sidfot 2">
            <a:extLst>
              <a:ext uri="{FF2B5EF4-FFF2-40B4-BE49-F238E27FC236}">
                <a16:creationId xmlns:a16="http://schemas.microsoft.com/office/drawing/2014/main" id="{98E53843-841A-5541-248F-2CD09E5FCC00}"/>
              </a:ext>
            </a:extLst>
          </p:cNvPr>
          <p:cNvSpPr>
            <a:spLocks noGrp="1"/>
          </p:cNvSpPr>
          <p:nvPr>
            <p:ph type="ftr" sz="quarter" idx="11"/>
          </p:nvPr>
        </p:nvSpPr>
        <p:spPr/>
        <p:txBody>
          <a:bodyPr/>
          <a:lstStyle/>
          <a:p>
            <a:endParaRPr lang="sv-SE"/>
          </a:p>
        </p:txBody>
      </p:sp>
      <p:sp>
        <p:nvSpPr>
          <p:cNvPr id="4" name="Platshållare för bildnummer 3">
            <a:extLst>
              <a:ext uri="{FF2B5EF4-FFF2-40B4-BE49-F238E27FC236}">
                <a16:creationId xmlns:a16="http://schemas.microsoft.com/office/drawing/2014/main" id="{A6C4F80D-5FDD-1CF4-FB7A-9AB9BD441AA9}"/>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408070334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Text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52E5E1F1-D8E3-EC5C-76B2-ACE2287EF93C}"/>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innehåll 2">
            <a:extLst>
              <a:ext uri="{FF2B5EF4-FFF2-40B4-BE49-F238E27FC236}">
                <a16:creationId xmlns:a16="http://schemas.microsoft.com/office/drawing/2014/main" id="{985854E9-9ABE-02B3-BA53-E713F0A0079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text 3">
            <a:extLst>
              <a:ext uri="{FF2B5EF4-FFF2-40B4-BE49-F238E27FC236}">
                <a16:creationId xmlns:a16="http://schemas.microsoft.com/office/drawing/2014/main" id="{C814C02A-E375-1E1A-1776-E324801A3C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24A2FA5C-D648-6EB9-A0F0-635A30CFE72A}"/>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6" name="Platshållare för sidfot 5">
            <a:extLst>
              <a:ext uri="{FF2B5EF4-FFF2-40B4-BE49-F238E27FC236}">
                <a16:creationId xmlns:a16="http://schemas.microsoft.com/office/drawing/2014/main" id="{45895221-763B-AC8C-1235-357AF1DE437E}"/>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545C0264-2826-53B4-8F4F-86CAEFC7BDF9}"/>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26935190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ed bild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EF4BBB70-D64F-5C16-6488-F9B789311997}"/>
              </a:ext>
            </a:extLst>
          </p:cNvPr>
          <p:cNvSpPr>
            <a:spLocks noGrp="1"/>
          </p:cNvSpPr>
          <p:nvPr>
            <p:ph type="title"/>
          </p:nvPr>
        </p:nvSpPr>
        <p:spPr>
          <a:xfrm>
            <a:off x="839788" y="457200"/>
            <a:ext cx="3932237" cy="1600200"/>
          </a:xfrm>
        </p:spPr>
        <p:txBody>
          <a:bodyPr anchor="b"/>
          <a:lstStyle>
            <a:lvl1pPr>
              <a:defRPr sz="3200"/>
            </a:lvl1pPr>
          </a:lstStyle>
          <a:p>
            <a:r>
              <a:rPr lang="sv-SE"/>
              <a:t>Klicka här för att ändra mall för rubrikformat</a:t>
            </a:r>
          </a:p>
        </p:txBody>
      </p:sp>
      <p:sp>
        <p:nvSpPr>
          <p:cNvPr id="3" name="Platshållare för bild 2">
            <a:extLst>
              <a:ext uri="{FF2B5EF4-FFF2-40B4-BE49-F238E27FC236}">
                <a16:creationId xmlns:a16="http://schemas.microsoft.com/office/drawing/2014/main" id="{7D803D0C-2B2A-64B7-48FB-4F32AA8C6AB9}"/>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sv-SE"/>
          </a:p>
        </p:txBody>
      </p:sp>
      <p:sp>
        <p:nvSpPr>
          <p:cNvPr id="4" name="Platshållare för text 3">
            <a:extLst>
              <a:ext uri="{FF2B5EF4-FFF2-40B4-BE49-F238E27FC236}">
                <a16:creationId xmlns:a16="http://schemas.microsoft.com/office/drawing/2014/main" id="{4BC17B02-9CF6-E08B-4B5C-C59683893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sv-SE"/>
              <a:t>Klicka här för att ändra format på bakgrundstexten</a:t>
            </a:r>
          </a:p>
        </p:txBody>
      </p:sp>
      <p:sp>
        <p:nvSpPr>
          <p:cNvPr id="5" name="Platshållare för datum 4">
            <a:extLst>
              <a:ext uri="{FF2B5EF4-FFF2-40B4-BE49-F238E27FC236}">
                <a16:creationId xmlns:a16="http://schemas.microsoft.com/office/drawing/2014/main" id="{4079E508-2990-DF7B-65EB-F0CE9A453454}"/>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6" name="Platshållare för sidfot 5">
            <a:extLst>
              <a:ext uri="{FF2B5EF4-FFF2-40B4-BE49-F238E27FC236}">
                <a16:creationId xmlns:a16="http://schemas.microsoft.com/office/drawing/2014/main" id="{BDFCFB3A-7BF4-A0DF-C092-7DA41B1BC896}"/>
              </a:ext>
            </a:extLst>
          </p:cNvPr>
          <p:cNvSpPr>
            <a:spLocks noGrp="1"/>
          </p:cNvSpPr>
          <p:nvPr>
            <p:ph type="ftr" sz="quarter" idx="11"/>
          </p:nvPr>
        </p:nvSpPr>
        <p:spPr/>
        <p:txBody>
          <a:bodyPr/>
          <a:lstStyle/>
          <a:p>
            <a:endParaRPr lang="sv-SE"/>
          </a:p>
        </p:txBody>
      </p:sp>
      <p:sp>
        <p:nvSpPr>
          <p:cNvPr id="7" name="Platshållare för bildnummer 6">
            <a:extLst>
              <a:ext uri="{FF2B5EF4-FFF2-40B4-BE49-F238E27FC236}">
                <a16:creationId xmlns:a16="http://schemas.microsoft.com/office/drawing/2014/main" id="{9C92C2FE-D210-409C-F950-BDFB5EA648DD}"/>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8575864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Rubrik och lodrät text">
    <p:spTree>
      <p:nvGrpSpPr>
        <p:cNvPr id="1" name=""/>
        <p:cNvGrpSpPr/>
        <p:nvPr/>
      </p:nvGrpSpPr>
      <p:grpSpPr>
        <a:xfrm>
          <a:off x="0" y="0"/>
          <a:ext cx="0" cy="0"/>
          <a:chOff x="0" y="0"/>
          <a:chExt cx="0" cy="0"/>
        </a:xfrm>
      </p:grpSpPr>
      <p:sp>
        <p:nvSpPr>
          <p:cNvPr id="2" name="Rubrik 1">
            <a:extLst>
              <a:ext uri="{FF2B5EF4-FFF2-40B4-BE49-F238E27FC236}">
                <a16:creationId xmlns:a16="http://schemas.microsoft.com/office/drawing/2014/main" id="{949B823D-F925-C548-BCA4-614F009352F4}"/>
              </a:ext>
            </a:extLst>
          </p:cNvPr>
          <p:cNvSpPr>
            <a:spLocks noGrp="1"/>
          </p:cNvSpPr>
          <p:nvPr>
            <p:ph type="title"/>
          </p:nvPr>
        </p:nvSpPr>
        <p:spPr/>
        <p:txBody>
          <a:bodyPr/>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3C4D636A-AC34-43B2-298F-A2E976D0A62C}"/>
              </a:ext>
            </a:extLst>
          </p:cNvPr>
          <p:cNvSpPr>
            <a:spLocks noGrp="1"/>
          </p:cNvSpPr>
          <p:nvPr>
            <p:ph type="body" orient="vert" idx="1"/>
          </p:nvPr>
        </p:nvSpPr>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283B9545-5CB5-5B65-D2E6-EB39D55EE91D}"/>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5" name="Platshållare för sidfot 4">
            <a:extLst>
              <a:ext uri="{FF2B5EF4-FFF2-40B4-BE49-F238E27FC236}">
                <a16:creationId xmlns:a16="http://schemas.microsoft.com/office/drawing/2014/main" id="{B024F5F3-9DEA-AA43-5FB2-DAE2CF4682CF}"/>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54CA5E7B-1FB5-9759-F5AC-C01564BA2E0A}"/>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29216626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Lodrät rubrik och text">
    <p:spTree>
      <p:nvGrpSpPr>
        <p:cNvPr id="1" name=""/>
        <p:cNvGrpSpPr/>
        <p:nvPr/>
      </p:nvGrpSpPr>
      <p:grpSpPr>
        <a:xfrm>
          <a:off x="0" y="0"/>
          <a:ext cx="0" cy="0"/>
          <a:chOff x="0" y="0"/>
          <a:chExt cx="0" cy="0"/>
        </a:xfrm>
      </p:grpSpPr>
      <p:sp>
        <p:nvSpPr>
          <p:cNvPr id="2" name="Lodrät rubrik 1">
            <a:extLst>
              <a:ext uri="{FF2B5EF4-FFF2-40B4-BE49-F238E27FC236}">
                <a16:creationId xmlns:a16="http://schemas.microsoft.com/office/drawing/2014/main" id="{05FC76ED-C751-DBBF-367A-7CC9B212816E}"/>
              </a:ext>
            </a:extLst>
          </p:cNvPr>
          <p:cNvSpPr>
            <a:spLocks noGrp="1"/>
          </p:cNvSpPr>
          <p:nvPr>
            <p:ph type="title" orient="vert"/>
          </p:nvPr>
        </p:nvSpPr>
        <p:spPr>
          <a:xfrm>
            <a:off x="8724900" y="365125"/>
            <a:ext cx="2628900" cy="5811838"/>
          </a:xfrm>
        </p:spPr>
        <p:txBody>
          <a:bodyPr vert="eaVert"/>
          <a:lstStyle/>
          <a:p>
            <a:r>
              <a:rPr lang="sv-SE"/>
              <a:t>Klicka här för att ändra mall för rubrikformat</a:t>
            </a:r>
          </a:p>
        </p:txBody>
      </p:sp>
      <p:sp>
        <p:nvSpPr>
          <p:cNvPr id="3" name="Platshållare för lodrät text 2">
            <a:extLst>
              <a:ext uri="{FF2B5EF4-FFF2-40B4-BE49-F238E27FC236}">
                <a16:creationId xmlns:a16="http://schemas.microsoft.com/office/drawing/2014/main" id="{64C979AE-B83B-90DD-B9D6-EEFD7DC1C48E}"/>
              </a:ext>
            </a:extLst>
          </p:cNvPr>
          <p:cNvSpPr>
            <a:spLocks noGrp="1"/>
          </p:cNvSpPr>
          <p:nvPr>
            <p:ph type="body" orient="vert" idx="1"/>
          </p:nvPr>
        </p:nvSpPr>
        <p:spPr>
          <a:xfrm>
            <a:off x="838200" y="365125"/>
            <a:ext cx="7734300" cy="5811838"/>
          </a:xfrm>
        </p:spPr>
        <p:txBody>
          <a:bodyPr vert="eaVert"/>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6AE40E0C-9BAD-E573-ED8C-874B409D2EBC}"/>
              </a:ext>
            </a:extLst>
          </p:cNvPr>
          <p:cNvSpPr>
            <a:spLocks noGrp="1"/>
          </p:cNvSpPr>
          <p:nvPr>
            <p:ph type="dt" sz="half" idx="10"/>
          </p:nvPr>
        </p:nvSpPr>
        <p:spPr/>
        <p:txBody>
          <a:bodyPr/>
          <a:lstStyle/>
          <a:p>
            <a:fld id="{1D8DE8D5-FDC6-E14D-9A81-C0D744323F13}" type="datetimeFigureOut">
              <a:rPr lang="sv-SE" smtClean="0"/>
              <a:t>2026-10-29</a:t>
            </a:fld>
            <a:endParaRPr lang="sv-SE"/>
          </a:p>
        </p:txBody>
      </p:sp>
      <p:sp>
        <p:nvSpPr>
          <p:cNvPr id="5" name="Platshållare för sidfot 4">
            <a:extLst>
              <a:ext uri="{FF2B5EF4-FFF2-40B4-BE49-F238E27FC236}">
                <a16:creationId xmlns:a16="http://schemas.microsoft.com/office/drawing/2014/main" id="{4BE49A68-5DDD-CEE5-4836-327A52B870FE}"/>
              </a:ext>
            </a:extLst>
          </p:cNvPr>
          <p:cNvSpPr>
            <a:spLocks noGrp="1"/>
          </p:cNvSpPr>
          <p:nvPr>
            <p:ph type="ftr" sz="quarter" idx="11"/>
          </p:nvPr>
        </p:nvSpPr>
        <p:spPr/>
        <p:txBody>
          <a:bodyPr/>
          <a:lstStyle/>
          <a:p>
            <a:endParaRPr lang="sv-SE"/>
          </a:p>
        </p:txBody>
      </p:sp>
      <p:sp>
        <p:nvSpPr>
          <p:cNvPr id="6" name="Platshållare för bildnummer 5">
            <a:extLst>
              <a:ext uri="{FF2B5EF4-FFF2-40B4-BE49-F238E27FC236}">
                <a16:creationId xmlns:a16="http://schemas.microsoft.com/office/drawing/2014/main" id="{32F1E9F1-60A5-C1FC-E89E-71EA30E36862}"/>
              </a:ext>
            </a:extLst>
          </p:cNvPr>
          <p:cNvSpPr>
            <a:spLocks noGrp="1"/>
          </p:cNvSpPr>
          <p:nvPr>
            <p:ph type="sldNum" sz="quarter" idx="12"/>
          </p:nvPr>
        </p:nvSpPr>
        <p:spPr/>
        <p:txBody>
          <a:bodyPr/>
          <a:lstStyle/>
          <a:p>
            <a:fld id="{3D6E4D01-667B-B34B-BA5C-5306ACCAFFE7}" type="slidenum">
              <a:rPr lang="sv-SE" smtClean="0"/>
              <a:t>‹#›</a:t>
            </a:fld>
            <a:endParaRPr lang="sv-SE"/>
          </a:p>
        </p:txBody>
      </p:sp>
    </p:spTree>
    <p:extLst>
      <p:ext uri="{BB962C8B-B14F-4D97-AF65-F5344CB8AC3E}">
        <p14:creationId xmlns:p14="http://schemas.microsoft.com/office/powerpoint/2010/main" val="13351442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080517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8F4E8"/>
        </a:solidFill>
        <a:effectLst/>
      </p:bgPr>
    </p:bg>
    <p:spTree>
      <p:nvGrpSpPr>
        <p:cNvPr id="1" name=""/>
        <p:cNvGrpSpPr/>
        <p:nvPr/>
      </p:nvGrpSpPr>
      <p:grpSpPr>
        <a:xfrm>
          <a:off x="0" y="0"/>
          <a:ext cx="0" cy="0"/>
          <a:chOff x="0" y="0"/>
          <a:chExt cx="0" cy="0"/>
        </a:xfrm>
      </p:grpSpPr>
      <p:sp>
        <p:nvSpPr>
          <p:cNvPr id="2" name="Platshållare för rubrik 1">
            <a:extLst>
              <a:ext uri="{FF2B5EF4-FFF2-40B4-BE49-F238E27FC236}">
                <a16:creationId xmlns:a16="http://schemas.microsoft.com/office/drawing/2014/main" id="{3F1CB78B-435D-C246-6C3C-B471C1424A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sv-SE"/>
              <a:t>Klicka här för att ändra mall för rubrikformat</a:t>
            </a:r>
          </a:p>
        </p:txBody>
      </p:sp>
      <p:sp>
        <p:nvSpPr>
          <p:cNvPr id="3" name="Platshållare för text 2">
            <a:extLst>
              <a:ext uri="{FF2B5EF4-FFF2-40B4-BE49-F238E27FC236}">
                <a16:creationId xmlns:a16="http://schemas.microsoft.com/office/drawing/2014/main" id="{FE27C738-EB59-FE19-E976-9A3E6FDCBC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sv-SE"/>
              <a:t>Klicka här för att ändra format på bakgrundstexten</a:t>
            </a:r>
          </a:p>
          <a:p>
            <a:pPr lvl="1"/>
            <a:r>
              <a:rPr lang="sv-SE"/>
              <a:t>Nivå två</a:t>
            </a:r>
          </a:p>
          <a:p>
            <a:pPr lvl="2"/>
            <a:r>
              <a:rPr lang="sv-SE"/>
              <a:t>Nivå tre</a:t>
            </a:r>
          </a:p>
          <a:p>
            <a:pPr lvl="3"/>
            <a:r>
              <a:rPr lang="sv-SE"/>
              <a:t>Nivå fyra</a:t>
            </a:r>
          </a:p>
          <a:p>
            <a:pPr lvl="4"/>
            <a:r>
              <a:rPr lang="sv-SE"/>
              <a:t>Nivå fem</a:t>
            </a:r>
          </a:p>
        </p:txBody>
      </p:sp>
      <p:sp>
        <p:nvSpPr>
          <p:cNvPr id="4" name="Platshållare för datum 3">
            <a:extLst>
              <a:ext uri="{FF2B5EF4-FFF2-40B4-BE49-F238E27FC236}">
                <a16:creationId xmlns:a16="http://schemas.microsoft.com/office/drawing/2014/main" id="{1AE532B7-67BF-CF49-9849-DD7801297E4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8DE8D5-FDC6-E14D-9A81-C0D744323F13}" type="datetimeFigureOut">
              <a:rPr lang="sv-SE" smtClean="0"/>
              <a:t>2026-10-29</a:t>
            </a:fld>
            <a:endParaRPr lang="sv-SE"/>
          </a:p>
        </p:txBody>
      </p:sp>
      <p:sp>
        <p:nvSpPr>
          <p:cNvPr id="5" name="Platshållare för sidfot 4">
            <a:extLst>
              <a:ext uri="{FF2B5EF4-FFF2-40B4-BE49-F238E27FC236}">
                <a16:creationId xmlns:a16="http://schemas.microsoft.com/office/drawing/2014/main" id="{E6235077-26C5-EFCC-BDBF-74660122E86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sv-SE"/>
          </a:p>
        </p:txBody>
      </p:sp>
      <p:sp>
        <p:nvSpPr>
          <p:cNvPr id="6" name="Platshållare för bildnummer 5">
            <a:extLst>
              <a:ext uri="{FF2B5EF4-FFF2-40B4-BE49-F238E27FC236}">
                <a16:creationId xmlns:a16="http://schemas.microsoft.com/office/drawing/2014/main" id="{517FAA32-84AC-5A3B-516E-8C8ADD24B6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D6E4D01-667B-B34B-BA5C-5306ACCAFFE7}" type="slidenum">
              <a:rPr lang="sv-SE" smtClean="0"/>
              <a:t>‹#›</a:t>
            </a:fld>
            <a:endParaRPr lang="sv-SE"/>
          </a:p>
        </p:txBody>
      </p:sp>
    </p:spTree>
    <p:extLst>
      <p:ext uri="{BB962C8B-B14F-4D97-AF65-F5344CB8AC3E}">
        <p14:creationId xmlns:p14="http://schemas.microsoft.com/office/powerpoint/2010/main" val="4192257378"/>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sv-S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2.xml"/><Relationship Id="rId1" Type="http://schemas.openxmlformats.org/officeDocument/2006/relationships/themeOverride" Target="../theme/themeOverride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hyperlink" Target="https://clock-it.tech/" TargetMode="External"/><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hyperlink" Target="mailto:team@clock-it.tech" TargetMode="External"/><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27" r="27"/>
          <a:stretch>
            <a:fillRect/>
          </a:stretch>
        </p:blipFill>
        <p:spPr>
          <a:xfrm>
            <a:off x="-5566" y="0"/>
            <a:ext cx="12192000" cy="6858000"/>
          </a:xfrm>
          <a:prstGeom prst="rect">
            <a:avLst/>
          </a:prstGeom>
        </p:spPr>
      </p:pic>
      <p:pic>
        <p:nvPicPr>
          <p:cNvPr id="9" name="Picture 8"/>
          <p:cNvPicPr>
            <a:picLocks noChangeAspect="1"/>
          </p:cNvPicPr>
          <p:nvPr/>
        </p:nvPicPr>
        <p:blipFill>
          <a:blip r:embed="rId4"/>
          <a:stretch/>
        </p:blipFill>
        <p:spPr>
          <a:xfrm>
            <a:off x="685800" y="374612"/>
            <a:ext cx="638175" cy="584275"/>
          </a:xfrm>
          <a:prstGeom prst="rect">
            <a:avLst/>
          </a:prstGeom>
        </p:spPr>
      </p:pic>
      <p:sp>
        <p:nvSpPr>
          <p:cNvPr id="3" name="Rectangle 2">
            <a:extLst>
              <a:ext uri="{FF2B5EF4-FFF2-40B4-BE49-F238E27FC236}">
                <a16:creationId xmlns:a16="http://schemas.microsoft.com/office/drawing/2014/main" id="{399D396C-DC5B-4582-97C8-6508B37238CA}"/>
              </a:ext>
            </a:extLst>
          </p:cNvPr>
          <p:cNvSpPr>
            <a:spLocks noGrp="1"/>
          </p:cNvSpPr>
          <p:nvPr/>
        </p:nvSpPr>
        <p:spPr>
          <a:xfrm>
            <a:off x="1438275" y="552450"/>
            <a:ext cx="2619375" cy="438150"/>
          </a:xfrm>
          <a:prstGeom prst="rect">
            <a:avLst/>
          </a:prstGeom>
          <a:noFill/>
          <a:ln w="0">
            <a:noFill/>
          </a:ln>
        </p:spPr>
        <p:txBody>
          <a:bodyPr anchor="ctr">
            <a:noAutofit/>
          </a:bodyPr>
          <a:lstStyle/>
          <a:p>
            <a:pPr>
              <a:defRPr sz="1875" b="1">
                <a:solidFill>
                  <a:srgbClr val="FFFFFF"/>
                </a:solidFill>
                <a:latin typeface="DejaVu Sans"/>
                <a:ea typeface="DejaVu Sans"/>
                <a:cs typeface="DejaVu Sans"/>
              </a:defRPr>
            </a:pPr>
            <a:r>
              <a:rPr sz="1875" b="1">
                <a:solidFill>
                  <a:srgbClr val="FFFFFF"/>
                </a:solidFill>
                <a:latin typeface="DejaVu Sans"/>
                <a:ea typeface="DejaVu Sans"/>
                <a:cs typeface="DejaVu Sans"/>
              </a:rPr>
              <a:t>CHALMERS</a:t>
            </a:r>
          </a:p>
        </p:txBody>
      </p:sp>
      <p:sp>
        <p:nvSpPr>
          <p:cNvPr id="4" name="Rectangle 3">
            <a:extLst>
              <a:ext uri="{FF2B5EF4-FFF2-40B4-BE49-F238E27FC236}">
                <a16:creationId xmlns:a16="http://schemas.microsoft.com/office/drawing/2014/main" id="{1A05C7B3-58E6-4BF2-B013-05517CB0815C}"/>
              </a:ext>
            </a:extLst>
          </p:cNvPr>
          <p:cNvSpPr>
            <a:spLocks noGrp="1"/>
          </p:cNvSpPr>
          <p:nvPr/>
        </p:nvSpPr>
        <p:spPr>
          <a:xfrm>
            <a:off x="685800" y="1244293"/>
            <a:ext cx="6629400" cy="1676400"/>
          </a:xfrm>
          <a:prstGeom prst="rect">
            <a:avLst/>
          </a:prstGeom>
          <a:noFill/>
          <a:ln w="0">
            <a:noFill/>
          </a:ln>
        </p:spPr>
        <p:txBody>
          <a:bodyPr anchor="ctr">
            <a:noAutofit/>
          </a:bodyPr>
          <a:lstStyle/>
          <a:p>
            <a:pPr>
              <a:defRPr sz="3975" b="1">
                <a:solidFill>
                  <a:srgbClr val="FFFFFF"/>
                </a:solidFill>
                <a:latin typeface="DejaVu Sans"/>
                <a:ea typeface="DejaVu Sans"/>
                <a:cs typeface="DejaVu Sans"/>
              </a:defRPr>
            </a:pPr>
            <a:r>
              <a:rPr lang="sv-SE" sz="3975" b="1" dirty="0">
                <a:solidFill>
                  <a:srgbClr val="FFFFFF"/>
                </a:solidFill>
                <a:latin typeface="DejaVu Sans"/>
                <a:ea typeface="DejaVu Sans"/>
                <a:cs typeface="DejaVu Sans"/>
              </a:rPr>
              <a:t>Clock It</a:t>
            </a:r>
            <a:endParaRPr sz="3975" b="1">
              <a:solidFill>
                <a:srgbClr val="FFFFFF"/>
              </a:solidFill>
              <a:latin typeface="DejaVu Sans"/>
              <a:ea typeface="DejaVu Sans"/>
              <a:cs typeface="DejaVu Sans"/>
            </a:endParaRPr>
          </a:p>
        </p:txBody>
      </p:sp>
      <p:sp>
        <p:nvSpPr>
          <p:cNvPr id="5" name="Rectangle 4">
            <a:extLst>
              <a:ext uri="{FF2B5EF4-FFF2-40B4-BE49-F238E27FC236}">
                <a16:creationId xmlns:a16="http://schemas.microsoft.com/office/drawing/2014/main" id="{2E1AA55A-3B7A-473A-B5E3-F5B566D9937A}"/>
              </a:ext>
            </a:extLst>
          </p:cNvPr>
          <p:cNvSpPr>
            <a:spLocks noGrp="1"/>
          </p:cNvSpPr>
          <p:nvPr/>
        </p:nvSpPr>
        <p:spPr>
          <a:xfrm>
            <a:off x="685800" y="2568862"/>
            <a:ext cx="6000750" cy="457200"/>
          </a:xfrm>
          <a:prstGeom prst="rect">
            <a:avLst/>
          </a:prstGeom>
          <a:noFill/>
          <a:ln w="0">
            <a:noFill/>
          </a:ln>
        </p:spPr>
        <p:txBody>
          <a:bodyPr anchor="ctr">
            <a:noAutofit/>
          </a:bodyPr>
          <a:lstStyle/>
          <a:p>
            <a:pPr>
              <a:defRPr sz="2100" b="0">
                <a:solidFill>
                  <a:srgbClr val="FFD45A"/>
                </a:solidFill>
                <a:latin typeface="DejaVu Sans"/>
                <a:ea typeface="DejaVu Sans"/>
                <a:cs typeface="DejaVu Sans"/>
              </a:defRPr>
            </a:pPr>
            <a:r>
              <a:rPr sz="2100" b="0">
                <a:solidFill>
                  <a:srgbClr val="FFD45A"/>
                </a:solidFill>
                <a:latin typeface="DejaVu Sans"/>
                <a:ea typeface="DejaVu Sans"/>
                <a:cs typeface="DejaVu Sans"/>
              </a:rPr>
              <a:t>A Vietnam supplier pilot for IKEA</a:t>
            </a:r>
          </a:p>
        </p:txBody>
      </p:sp>
      <p:sp>
        <p:nvSpPr>
          <p:cNvPr id="6" name="Rectangle 5">
            <a:extLst>
              <a:ext uri="{FF2B5EF4-FFF2-40B4-BE49-F238E27FC236}">
                <a16:creationId xmlns:a16="http://schemas.microsoft.com/office/drawing/2014/main" id="{ECC0FAA9-6132-4898-91D0-1B6EE1E78B79}"/>
              </a:ext>
            </a:extLst>
          </p:cNvPr>
          <p:cNvSpPr>
            <a:spLocks noGrp="1"/>
          </p:cNvSpPr>
          <p:nvPr/>
        </p:nvSpPr>
        <p:spPr>
          <a:xfrm>
            <a:off x="685800" y="3566102"/>
            <a:ext cx="4907478" cy="679160"/>
          </a:xfrm>
          <a:prstGeom prst="rect">
            <a:avLst/>
          </a:prstGeom>
          <a:noFill/>
          <a:ln w="0">
            <a:noFill/>
          </a:ln>
        </p:spPr>
        <p:txBody>
          <a:bodyPr anchor="ctr">
            <a:noAutofit/>
          </a:bodyPr>
          <a:lstStyle/>
          <a:p>
            <a:pPr>
              <a:defRPr sz="1500" b="0">
                <a:solidFill>
                  <a:srgbClr val="FFFFFF"/>
                </a:solidFill>
                <a:latin typeface="DejaVu Sans"/>
                <a:ea typeface="DejaVu Sans"/>
                <a:cs typeface="DejaVu Sans"/>
              </a:defRPr>
            </a:pPr>
            <a:r>
              <a:rPr lang="en-US" dirty="0">
                <a:solidFill>
                  <a:srgbClr val="FFFFFF"/>
                </a:solidFill>
                <a:latin typeface="DejaVu Sans"/>
                <a:ea typeface="DejaVu Sans"/>
                <a:cs typeface="DejaVu Sans"/>
              </a:rPr>
              <a:t>Sustainable </a:t>
            </a:r>
            <a:r>
              <a:rPr lang="en-US" dirty="0" err="1">
                <a:solidFill>
                  <a:srgbClr val="FFFFFF"/>
                </a:solidFill>
                <a:latin typeface="DejaVu Sans"/>
                <a:ea typeface="DejaVu Sans"/>
                <a:cs typeface="DejaVu Sans"/>
              </a:rPr>
              <a:t>Digitalization</a:t>
            </a:r>
            <a:r>
              <a:rPr lang="en-US" dirty="0">
                <a:solidFill>
                  <a:srgbClr val="FFFFFF"/>
                </a:solidFill>
                <a:latin typeface="DejaVu Sans"/>
                <a:ea typeface="DejaVu Sans"/>
                <a:cs typeface="DejaVu Sans"/>
              </a:rPr>
              <a:t> In </a:t>
            </a:r>
            <a:r>
              <a:rPr lang="en-US" dirty="0" err="1">
                <a:solidFill>
                  <a:srgbClr val="FFFFFF"/>
                </a:solidFill>
                <a:latin typeface="DejaVu Sans"/>
                <a:ea typeface="DejaVu Sans"/>
                <a:cs typeface="DejaVu Sans"/>
              </a:rPr>
              <a:t>Practice</a:t>
            </a:r>
            <a:r>
              <a:rPr lang="en-US" b="0" dirty="0">
                <a:solidFill>
                  <a:srgbClr val="FFFFFF"/>
                </a:solidFill>
                <a:latin typeface="DejaVu Sans"/>
                <a:ea typeface="DejaVu Sans"/>
                <a:cs typeface="DejaVu Sans"/>
              </a:rPr>
              <a:t>  ·  Team 4</a:t>
            </a:r>
          </a:p>
        </p:txBody>
      </p:sp>
      <p:sp>
        <p:nvSpPr>
          <p:cNvPr id="2" name="textruta 1">
            <a:extLst>
              <a:ext uri="{FF2B5EF4-FFF2-40B4-BE49-F238E27FC236}">
                <a16:creationId xmlns:a16="http://schemas.microsoft.com/office/drawing/2014/main" id="{43F6712D-DA2D-DFC1-2E07-D36D6DF10ACA}"/>
              </a:ext>
            </a:extLst>
          </p:cNvPr>
          <p:cNvSpPr txBox="1"/>
          <p:nvPr/>
        </p:nvSpPr>
        <p:spPr>
          <a:xfrm>
            <a:off x="685800" y="4446748"/>
            <a:ext cx="6629400" cy="338554"/>
          </a:xfrm>
          <a:prstGeom prst="rect">
            <a:avLst/>
          </a:prstGeom>
          <a:noFill/>
        </p:spPr>
        <p:txBody>
          <a:bodyPr wrap="square" rtlCol="0">
            <a:spAutoFit/>
          </a:bodyPr>
          <a:lstStyle/>
          <a:p>
            <a:r>
              <a:rPr lang="sv-SE" sz="1600" dirty="0">
                <a:solidFill>
                  <a:schemeClr val="bg1"/>
                </a:solidFill>
              </a:rPr>
              <a:t>Ella </a:t>
            </a:r>
            <a:r>
              <a:rPr lang="sv-SE" sz="1600" dirty="0" err="1">
                <a:solidFill>
                  <a:schemeClr val="bg1"/>
                </a:solidFill>
              </a:rPr>
              <a:t>Linlökken</a:t>
            </a:r>
            <a:r>
              <a:rPr lang="sv-SE" sz="1600" dirty="0">
                <a:solidFill>
                  <a:schemeClr val="bg1"/>
                </a:solidFill>
              </a:rPr>
              <a:t> (</a:t>
            </a:r>
            <a:r>
              <a:rPr lang="sv-SE" sz="1600" dirty="0" err="1">
                <a:solidFill>
                  <a:schemeClr val="bg1"/>
                </a:solidFill>
              </a:rPr>
              <a:t>ellalinl</a:t>
            </a:r>
            <a:r>
              <a:rPr lang="sv-SE" sz="1600" dirty="0">
                <a:solidFill>
                  <a:schemeClr val="bg1"/>
                </a:solidFill>
              </a:rPr>
              <a:t>) · Emil Ström (</a:t>
            </a:r>
            <a:r>
              <a:rPr lang="sv-SE" sz="1600" dirty="0" err="1">
                <a:solidFill>
                  <a:schemeClr val="bg1"/>
                </a:solidFill>
              </a:rPr>
              <a:t>emilstro</a:t>
            </a:r>
            <a:r>
              <a:rPr lang="sv-SE" sz="1600" dirty="0">
                <a:solidFill>
                  <a:schemeClr val="bg1"/>
                </a:solidFill>
              </a:rPr>
              <a:t>) · Ghazal </a:t>
            </a:r>
            <a:r>
              <a:rPr lang="sv-SE" sz="1600" dirty="0" err="1">
                <a:solidFill>
                  <a:schemeClr val="bg1"/>
                </a:solidFill>
              </a:rPr>
              <a:t>Davari</a:t>
            </a:r>
            <a:r>
              <a:rPr lang="sv-SE" sz="1600" dirty="0">
                <a:solidFill>
                  <a:schemeClr val="bg1"/>
                </a:solidFill>
              </a:rPr>
              <a:t> (</a:t>
            </a:r>
            <a:r>
              <a:rPr lang="sv-SE" sz="1600" dirty="0" err="1">
                <a:solidFill>
                  <a:schemeClr val="bg1"/>
                </a:solidFill>
              </a:rPr>
              <a:t>ghazald</a:t>
            </a:r>
            <a:r>
              <a:rPr lang="sv-SE" sz="1600" dirty="0">
                <a:solidFill>
                  <a:schemeClr val="bg1"/>
                </a:solidFill>
              </a:rPr>
              <a:t>)</a:t>
            </a:r>
          </a:p>
        </p:txBody>
      </p:sp>
      <p:sp>
        <p:nvSpPr>
          <p:cNvPr id="10" name="textruta 9">
            <a:extLst>
              <a:ext uri="{FF2B5EF4-FFF2-40B4-BE49-F238E27FC236}">
                <a16:creationId xmlns:a16="http://schemas.microsoft.com/office/drawing/2014/main" id="{53763889-6677-5680-D48B-F945C7A94545}"/>
              </a:ext>
            </a:extLst>
          </p:cNvPr>
          <p:cNvSpPr txBox="1"/>
          <p:nvPr/>
        </p:nvSpPr>
        <p:spPr>
          <a:xfrm>
            <a:off x="685800" y="4986788"/>
            <a:ext cx="6985660" cy="338554"/>
          </a:xfrm>
          <a:prstGeom prst="rect">
            <a:avLst/>
          </a:prstGeom>
          <a:noFill/>
        </p:spPr>
        <p:txBody>
          <a:bodyPr wrap="square" rtlCol="0">
            <a:spAutoFit/>
          </a:bodyPr>
          <a:lstStyle/>
          <a:p>
            <a:r>
              <a:rPr lang="sv-SE" sz="1600" dirty="0">
                <a:solidFill>
                  <a:schemeClr val="bg1"/>
                </a:solidFill>
              </a:rPr>
              <a:t>Hugo Dörrich (</a:t>
            </a:r>
            <a:r>
              <a:rPr lang="sv-SE" sz="1600" dirty="0" err="1">
                <a:solidFill>
                  <a:schemeClr val="bg1"/>
                </a:solidFill>
              </a:rPr>
              <a:t>hugodor</a:t>
            </a:r>
            <a:r>
              <a:rPr lang="sv-SE" sz="1600" dirty="0">
                <a:solidFill>
                  <a:schemeClr val="bg1"/>
                </a:solidFill>
              </a:rPr>
              <a:t>) · Pontus Gustafsson (</a:t>
            </a:r>
            <a:r>
              <a:rPr lang="sv-SE" sz="1600" dirty="0" err="1">
                <a:solidFill>
                  <a:schemeClr val="bg1"/>
                </a:solidFill>
              </a:rPr>
              <a:t>pontg</a:t>
            </a:r>
            <a:r>
              <a:rPr lang="sv-SE" sz="1600" dirty="0">
                <a:solidFill>
                  <a:schemeClr val="bg1"/>
                </a:solidFill>
              </a:rPr>
              <a:t>) · </a:t>
            </a:r>
            <a:r>
              <a:rPr lang="sv-SE" sz="1600" dirty="0" err="1">
                <a:solidFill>
                  <a:schemeClr val="bg1"/>
                </a:solidFill>
              </a:rPr>
              <a:t>Raghib</a:t>
            </a:r>
            <a:r>
              <a:rPr lang="sv-SE" sz="1600" dirty="0">
                <a:solidFill>
                  <a:schemeClr val="bg1"/>
                </a:solidFill>
              </a:rPr>
              <a:t> Hussain (</a:t>
            </a:r>
            <a:r>
              <a:rPr lang="sv-SE" sz="1600" dirty="0" err="1">
                <a:solidFill>
                  <a:schemeClr val="bg1"/>
                </a:solidFill>
              </a:rPr>
              <a:t>raghib</a:t>
            </a:r>
            <a:r>
              <a:rPr lang="sv-SE" sz="1600" dirty="0">
                <a:solidFill>
                  <a:schemeClr val="bg1"/>
                </a:solidFill>
              </a:rPr>
              <a:t>)</a:t>
            </a:r>
          </a:p>
        </p:txBody>
      </p:sp>
    </p:spTree>
    <p:extLst>
      <p:ext uri="{BB962C8B-B14F-4D97-AF65-F5344CB8AC3E}">
        <p14:creationId xmlns:p14="http://schemas.microsoft.com/office/powerpoint/2010/main" val="7386664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83B90F2-AECB-19B9-BD34-EE29AB6BACA0}"/>
              </a:ext>
            </a:extLst>
          </p:cNvPr>
          <p:cNvSpPr>
            <a:spLocks noGrp="1"/>
          </p:cNvSpPr>
          <p:nvPr/>
        </p:nvSpPr>
        <p:spPr>
          <a:xfrm>
            <a:off x="666750" y="533400"/>
            <a:ext cx="10858500" cy="952500"/>
          </a:xfrm>
          <a:prstGeom prst="rect">
            <a:avLst/>
          </a:prstGeom>
          <a:noFill/>
          <a:ln w="0">
            <a:noFill/>
          </a:ln>
        </p:spPr>
        <p:txBody>
          <a:bodyPr anchor="ctr">
            <a:noAutofit/>
          </a:bodyPr>
          <a:lstStyle/>
          <a:p>
            <a:pPr>
              <a:defRPr sz="3150" b="1">
                <a:solidFill>
                  <a:srgbClr val="132B46"/>
                </a:solidFill>
                <a:latin typeface="DejaVu Sans"/>
                <a:ea typeface="DejaVu Sans"/>
                <a:cs typeface="DejaVu Sans"/>
              </a:defRPr>
            </a:pPr>
            <a:r>
              <a:rPr lang="en-SE" sz="3150" b="1">
                <a:solidFill>
                  <a:srgbClr val="132B46"/>
                </a:solidFill>
                <a:latin typeface="DejaVu Sans"/>
              </a:rPr>
              <a:t>Why audits alone are not enough</a:t>
            </a:r>
            <a:endParaRPr sz="3150" b="1">
              <a:solidFill>
                <a:srgbClr val="132B46"/>
              </a:solidFill>
              <a:latin typeface="DejaVu Sans"/>
              <a:ea typeface="DejaVu Sans"/>
              <a:cs typeface="DejaVu Sans"/>
            </a:endParaRPr>
          </a:p>
        </p:txBody>
      </p:sp>
      <p:sp>
        <p:nvSpPr>
          <p:cNvPr id="5" name="Rectangle 4">
            <a:extLst>
              <a:ext uri="{FF2B5EF4-FFF2-40B4-BE49-F238E27FC236}">
                <a16:creationId xmlns:a16="http://schemas.microsoft.com/office/drawing/2014/main" id="{06F9B0CC-58B1-34DF-B6F0-DC061932D59C}"/>
              </a:ext>
            </a:extLst>
          </p:cNvPr>
          <p:cNvSpPr>
            <a:spLocks noGrp="1"/>
          </p:cNvSpPr>
          <p:nvPr/>
        </p:nvSpPr>
        <p:spPr>
          <a:xfrm>
            <a:off x="704850" y="2190750"/>
            <a:ext cx="1238250" cy="762000"/>
          </a:xfrm>
          <a:prstGeom prst="rect">
            <a:avLst/>
          </a:prstGeom>
          <a:noFill/>
          <a:ln w="0">
            <a:noFill/>
          </a:ln>
        </p:spPr>
        <p:txBody>
          <a:bodyPr anchor="ctr">
            <a:noAutofit/>
          </a:bodyPr>
          <a:lstStyle/>
          <a:p>
            <a:pPr>
              <a:defRPr sz="3975" b="1">
                <a:solidFill>
                  <a:srgbClr val="102D4F"/>
                </a:solidFill>
                <a:latin typeface="DejaVu Sans"/>
                <a:ea typeface="DejaVu Sans"/>
                <a:cs typeface="DejaVu Sans"/>
              </a:defRPr>
            </a:pPr>
            <a:r>
              <a:rPr sz="3975" b="1">
                <a:solidFill>
                  <a:srgbClr val="102D4F"/>
                </a:solidFill>
                <a:latin typeface="DejaVu Sans"/>
                <a:ea typeface="DejaVu Sans"/>
                <a:cs typeface="DejaVu Sans"/>
              </a:rPr>
              <a:t>01</a:t>
            </a:r>
          </a:p>
        </p:txBody>
      </p:sp>
      <p:sp>
        <p:nvSpPr>
          <p:cNvPr id="7" name="Rectangle 6">
            <a:extLst>
              <a:ext uri="{FF2B5EF4-FFF2-40B4-BE49-F238E27FC236}">
                <a16:creationId xmlns:a16="http://schemas.microsoft.com/office/drawing/2014/main" id="{35FF2DC8-627D-2D01-0065-9E46EF9A48D9}"/>
              </a:ext>
            </a:extLst>
          </p:cNvPr>
          <p:cNvSpPr>
            <a:spLocks noGrp="1"/>
          </p:cNvSpPr>
          <p:nvPr/>
        </p:nvSpPr>
        <p:spPr>
          <a:xfrm>
            <a:off x="704850" y="3143250"/>
            <a:ext cx="3143250" cy="628650"/>
          </a:xfrm>
          <a:prstGeom prst="rect">
            <a:avLst/>
          </a:prstGeom>
          <a:noFill/>
          <a:ln w="0">
            <a:noFill/>
          </a:ln>
        </p:spPr>
        <p:txBody>
          <a:bodyPr anchor="ctr">
            <a:noAutofit/>
          </a:bodyPr>
          <a:lstStyle/>
          <a:p>
            <a:pPr>
              <a:defRPr sz="2175" b="1">
                <a:solidFill>
                  <a:srgbClr val="132B46"/>
                </a:solidFill>
                <a:latin typeface="DejaVu Sans"/>
                <a:ea typeface="DejaVu Sans"/>
                <a:cs typeface="DejaVu Sans"/>
              </a:defRPr>
            </a:pPr>
            <a:r>
              <a:rPr lang="en-US" sz="2175" b="1">
                <a:solidFill>
                  <a:srgbClr val="132B46"/>
                </a:solidFill>
                <a:latin typeface="DejaVu Sans"/>
                <a:ea typeface="DejaVu Sans"/>
                <a:cs typeface="DejaVu Sans"/>
              </a:rPr>
              <a:t>Hidden issues</a:t>
            </a:r>
          </a:p>
        </p:txBody>
      </p:sp>
      <p:sp>
        <p:nvSpPr>
          <p:cNvPr id="9" name="Rectangle 8">
            <a:extLst>
              <a:ext uri="{FF2B5EF4-FFF2-40B4-BE49-F238E27FC236}">
                <a16:creationId xmlns:a16="http://schemas.microsoft.com/office/drawing/2014/main" id="{87E1A293-F54A-371B-1D44-64087754A048}"/>
              </a:ext>
            </a:extLst>
          </p:cNvPr>
          <p:cNvSpPr>
            <a:spLocks noGrp="1"/>
          </p:cNvSpPr>
          <p:nvPr/>
        </p:nvSpPr>
        <p:spPr>
          <a:xfrm>
            <a:off x="704850" y="3895725"/>
            <a:ext cx="3143250" cy="958377"/>
          </a:xfrm>
          <a:prstGeom prst="rect">
            <a:avLst/>
          </a:prstGeom>
          <a:noFill/>
          <a:ln w="0">
            <a:noFill/>
          </a:ln>
        </p:spPr>
        <p:txBody>
          <a:bodyPr anchor="ctr">
            <a:noAutofit/>
          </a:bodyPr>
          <a:lstStyle/>
          <a:p>
            <a:pPr>
              <a:defRPr sz="1800" b="0">
                <a:solidFill>
                  <a:srgbClr val="45607A"/>
                </a:solidFill>
                <a:latin typeface="DejaVu Sans"/>
                <a:ea typeface="DejaVu Sans"/>
                <a:cs typeface="DejaVu Sans"/>
              </a:defRPr>
            </a:pPr>
            <a:r>
              <a:rPr lang="en-SE">
                <a:solidFill>
                  <a:srgbClr val="45607A"/>
                </a:solidFill>
                <a:latin typeface="DejaVu Sans"/>
              </a:rPr>
              <a:t>Overtime, unsafe conditions, delayed wages</a:t>
            </a:r>
            <a:endParaRPr sz="1800" b="0">
              <a:solidFill>
                <a:srgbClr val="45607A"/>
              </a:solidFill>
              <a:latin typeface="DejaVu Sans"/>
              <a:ea typeface="DejaVu Sans"/>
              <a:cs typeface="DejaVu Sans"/>
            </a:endParaRPr>
          </a:p>
        </p:txBody>
      </p:sp>
      <p:sp>
        <p:nvSpPr>
          <p:cNvPr id="11" name="Rectangle 10">
            <a:extLst>
              <a:ext uri="{FF2B5EF4-FFF2-40B4-BE49-F238E27FC236}">
                <a16:creationId xmlns:a16="http://schemas.microsoft.com/office/drawing/2014/main" id="{CFF4C942-6545-9FEE-2397-645D35301A45}"/>
              </a:ext>
            </a:extLst>
          </p:cNvPr>
          <p:cNvSpPr>
            <a:spLocks noGrp="1"/>
          </p:cNvSpPr>
          <p:nvPr/>
        </p:nvSpPr>
        <p:spPr>
          <a:xfrm>
            <a:off x="4429125" y="2190750"/>
            <a:ext cx="1238250" cy="762000"/>
          </a:xfrm>
          <a:prstGeom prst="rect">
            <a:avLst/>
          </a:prstGeom>
          <a:noFill/>
          <a:ln w="0">
            <a:noFill/>
          </a:ln>
        </p:spPr>
        <p:txBody>
          <a:bodyPr anchor="ctr">
            <a:noAutofit/>
          </a:bodyPr>
          <a:lstStyle/>
          <a:p>
            <a:pPr>
              <a:defRPr sz="3975" b="1">
                <a:solidFill>
                  <a:srgbClr val="102D4F"/>
                </a:solidFill>
                <a:latin typeface="DejaVu Sans"/>
                <a:ea typeface="DejaVu Sans"/>
                <a:cs typeface="DejaVu Sans"/>
              </a:defRPr>
            </a:pPr>
            <a:r>
              <a:rPr sz="3975" b="1">
                <a:solidFill>
                  <a:srgbClr val="102D4F"/>
                </a:solidFill>
                <a:latin typeface="DejaVu Sans"/>
                <a:ea typeface="DejaVu Sans"/>
                <a:cs typeface="DejaVu Sans"/>
              </a:rPr>
              <a:t>02</a:t>
            </a:r>
          </a:p>
        </p:txBody>
      </p:sp>
      <p:sp>
        <p:nvSpPr>
          <p:cNvPr id="13" name="Rectangle 12">
            <a:extLst>
              <a:ext uri="{FF2B5EF4-FFF2-40B4-BE49-F238E27FC236}">
                <a16:creationId xmlns:a16="http://schemas.microsoft.com/office/drawing/2014/main" id="{ED64A46C-7424-3128-0918-5D176C81E282}"/>
              </a:ext>
            </a:extLst>
          </p:cNvPr>
          <p:cNvSpPr>
            <a:spLocks noGrp="1"/>
          </p:cNvSpPr>
          <p:nvPr/>
        </p:nvSpPr>
        <p:spPr>
          <a:xfrm>
            <a:off x="4429125" y="3143250"/>
            <a:ext cx="3143250" cy="628650"/>
          </a:xfrm>
          <a:prstGeom prst="rect">
            <a:avLst/>
          </a:prstGeom>
          <a:noFill/>
          <a:ln w="0">
            <a:noFill/>
          </a:ln>
        </p:spPr>
        <p:txBody>
          <a:bodyPr anchor="ctr">
            <a:noAutofit/>
          </a:bodyPr>
          <a:lstStyle/>
          <a:p>
            <a:pPr>
              <a:defRPr sz="2175" b="1">
                <a:solidFill>
                  <a:srgbClr val="132B46"/>
                </a:solidFill>
                <a:latin typeface="DejaVu Sans"/>
                <a:ea typeface="DejaVu Sans"/>
                <a:cs typeface="DejaVu Sans"/>
              </a:defRPr>
            </a:pPr>
            <a:r>
              <a:rPr lang="en-US" sz="2175" b="1">
                <a:solidFill>
                  <a:srgbClr val="132B46"/>
                </a:solidFill>
                <a:latin typeface="DejaVu Sans"/>
                <a:ea typeface="DejaVu Sans"/>
                <a:cs typeface="DejaVu Sans"/>
              </a:rPr>
              <a:t>Fear of reporting</a:t>
            </a:r>
          </a:p>
        </p:txBody>
      </p:sp>
      <p:sp>
        <p:nvSpPr>
          <p:cNvPr id="15" name="Rectangle 14">
            <a:extLst>
              <a:ext uri="{FF2B5EF4-FFF2-40B4-BE49-F238E27FC236}">
                <a16:creationId xmlns:a16="http://schemas.microsoft.com/office/drawing/2014/main" id="{8CBBBE17-21F9-2FE6-5F0C-33A4DE60284A}"/>
              </a:ext>
            </a:extLst>
          </p:cNvPr>
          <p:cNvSpPr>
            <a:spLocks noGrp="1"/>
          </p:cNvSpPr>
          <p:nvPr/>
        </p:nvSpPr>
        <p:spPr>
          <a:xfrm>
            <a:off x="4429125" y="3895725"/>
            <a:ext cx="3143250" cy="958377"/>
          </a:xfrm>
          <a:prstGeom prst="rect">
            <a:avLst/>
          </a:prstGeom>
          <a:noFill/>
          <a:ln w="0">
            <a:noFill/>
          </a:ln>
        </p:spPr>
        <p:txBody>
          <a:bodyPr anchor="ctr">
            <a:noAutofit/>
          </a:bodyPr>
          <a:lstStyle/>
          <a:p>
            <a:pPr>
              <a:defRPr sz="1800" b="0">
                <a:solidFill>
                  <a:srgbClr val="45607A"/>
                </a:solidFill>
                <a:latin typeface="DejaVu Sans"/>
                <a:ea typeface="DejaVu Sans"/>
                <a:cs typeface="DejaVu Sans"/>
              </a:defRPr>
            </a:pPr>
            <a:r>
              <a:rPr lang="en-SE">
                <a:solidFill>
                  <a:srgbClr val="45607A"/>
                </a:solidFill>
                <a:latin typeface="DejaVu Sans"/>
              </a:rPr>
              <a:t>Fear of consequences can silence honest feedback</a:t>
            </a:r>
            <a:endParaRPr sz="1800" b="0">
              <a:solidFill>
                <a:srgbClr val="45607A"/>
              </a:solidFill>
              <a:latin typeface="DejaVu Sans"/>
              <a:ea typeface="DejaVu Sans"/>
              <a:cs typeface="DejaVu Sans"/>
            </a:endParaRPr>
          </a:p>
        </p:txBody>
      </p:sp>
      <p:sp>
        <p:nvSpPr>
          <p:cNvPr id="17" name="Rectangle 16">
            <a:extLst>
              <a:ext uri="{FF2B5EF4-FFF2-40B4-BE49-F238E27FC236}">
                <a16:creationId xmlns:a16="http://schemas.microsoft.com/office/drawing/2014/main" id="{005B4D3C-973E-A0C1-69E6-7FFB06CD79B5}"/>
              </a:ext>
            </a:extLst>
          </p:cNvPr>
          <p:cNvSpPr>
            <a:spLocks noGrp="1"/>
          </p:cNvSpPr>
          <p:nvPr/>
        </p:nvSpPr>
        <p:spPr>
          <a:xfrm>
            <a:off x="8143875" y="2190750"/>
            <a:ext cx="1238250" cy="762000"/>
          </a:xfrm>
          <a:prstGeom prst="rect">
            <a:avLst/>
          </a:prstGeom>
          <a:noFill/>
          <a:ln w="0">
            <a:noFill/>
          </a:ln>
        </p:spPr>
        <p:txBody>
          <a:bodyPr anchor="ctr">
            <a:noAutofit/>
          </a:bodyPr>
          <a:lstStyle/>
          <a:p>
            <a:pPr>
              <a:defRPr sz="3975" b="1">
                <a:solidFill>
                  <a:srgbClr val="102D4F"/>
                </a:solidFill>
                <a:latin typeface="DejaVu Sans"/>
                <a:ea typeface="DejaVu Sans"/>
                <a:cs typeface="DejaVu Sans"/>
              </a:defRPr>
            </a:pPr>
            <a:r>
              <a:rPr sz="3975" b="1">
                <a:solidFill>
                  <a:srgbClr val="102D4F"/>
                </a:solidFill>
                <a:latin typeface="DejaVu Sans"/>
                <a:ea typeface="DejaVu Sans"/>
                <a:cs typeface="DejaVu Sans"/>
              </a:rPr>
              <a:t>03</a:t>
            </a:r>
          </a:p>
        </p:txBody>
      </p:sp>
      <p:sp>
        <p:nvSpPr>
          <p:cNvPr id="19" name="Rectangle 18">
            <a:extLst>
              <a:ext uri="{FF2B5EF4-FFF2-40B4-BE49-F238E27FC236}">
                <a16:creationId xmlns:a16="http://schemas.microsoft.com/office/drawing/2014/main" id="{7B75A204-E6CF-2FE2-EDF7-9DEE08A58144}"/>
              </a:ext>
            </a:extLst>
          </p:cNvPr>
          <p:cNvSpPr>
            <a:spLocks noGrp="1"/>
          </p:cNvSpPr>
          <p:nvPr/>
        </p:nvSpPr>
        <p:spPr>
          <a:xfrm>
            <a:off x="8143875" y="3143250"/>
            <a:ext cx="3143250" cy="628650"/>
          </a:xfrm>
          <a:prstGeom prst="rect">
            <a:avLst/>
          </a:prstGeom>
          <a:noFill/>
          <a:ln w="0">
            <a:noFill/>
          </a:ln>
        </p:spPr>
        <p:txBody>
          <a:bodyPr anchor="ctr">
            <a:noAutofit/>
          </a:bodyPr>
          <a:lstStyle/>
          <a:p>
            <a:pPr>
              <a:defRPr sz="2175" b="1">
                <a:solidFill>
                  <a:srgbClr val="132B46"/>
                </a:solidFill>
                <a:latin typeface="DejaVu Sans"/>
                <a:ea typeface="DejaVu Sans"/>
                <a:cs typeface="DejaVu Sans"/>
              </a:defRPr>
            </a:pPr>
            <a:r>
              <a:rPr lang="en-SE" sz="2175" b="1">
                <a:solidFill>
                  <a:srgbClr val="132B46"/>
                </a:solidFill>
                <a:latin typeface="DejaVu Sans"/>
              </a:rPr>
              <a:t>Trusted worker insight</a:t>
            </a:r>
            <a:endParaRPr sz="2175" b="1">
              <a:solidFill>
                <a:srgbClr val="132B46"/>
              </a:solidFill>
              <a:latin typeface="DejaVu Sans"/>
              <a:ea typeface="DejaVu Sans"/>
              <a:cs typeface="DejaVu Sans"/>
            </a:endParaRPr>
          </a:p>
        </p:txBody>
      </p:sp>
      <p:sp>
        <p:nvSpPr>
          <p:cNvPr id="21" name="Rectangle 20">
            <a:extLst>
              <a:ext uri="{FF2B5EF4-FFF2-40B4-BE49-F238E27FC236}">
                <a16:creationId xmlns:a16="http://schemas.microsoft.com/office/drawing/2014/main" id="{6C77FA72-36F6-EFE6-15CD-B6E4BEF23462}"/>
              </a:ext>
            </a:extLst>
          </p:cNvPr>
          <p:cNvSpPr>
            <a:spLocks noGrp="1"/>
          </p:cNvSpPr>
          <p:nvPr/>
        </p:nvSpPr>
        <p:spPr>
          <a:xfrm>
            <a:off x="8143875" y="3895725"/>
            <a:ext cx="3143250" cy="958377"/>
          </a:xfrm>
          <a:prstGeom prst="rect">
            <a:avLst/>
          </a:prstGeom>
          <a:noFill/>
          <a:ln w="0">
            <a:noFill/>
          </a:ln>
        </p:spPr>
        <p:txBody>
          <a:bodyPr anchor="ctr">
            <a:noAutofit/>
          </a:bodyPr>
          <a:lstStyle/>
          <a:p>
            <a:pPr>
              <a:defRPr sz="1800" b="0">
                <a:solidFill>
                  <a:srgbClr val="45607A"/>
                </a:solidFill>
                <a:latin typeface="DejaVu Sans"/>
                <a:ea typeface="DejaVu Sans"/>
                <a:cs typeface="DejaVu Sans"/>
              </a:defRPr>
            </a:pPr>
            <a:r>
              <a:rPr lang="en-SE">
                <a:solidFill>
                  <a:srgbClr val="45607A"/>
                </a:solidFill>
                <a:latin typeface="DejaVu Sans"/>
              </a:rPr>
              <a:t>Identify patterns earlier and act sooner</a:t>
            </a:r>
            <a:endParaRPr sz="1800" b="0">
              <a:solidFill>
                <a:srgbClr val="45607A"/>
              </a:solidFill>
              <a:latin typeface="DejaVu Sans"/>
              <a:ea typeface="DejaVu Sans"/>
              <a:cs typeface="DejaVu Sans"/>
            </a:endParaRPr>
          </a:p>
        </p:txBody>
      </p:sp>
    </p:spTree>
    <p:extLst>
      <p:ext uri="{BB962C8B-B14F-4D97-AF65-F5344CB8AC3E}">
        <p14:creationId xmlns:p14="http://schemas.microsoft.com/office/powerpoint/2010/main" val="29309095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56C78D4-FC49-4667-A546-42B0D6B54340}"/>
              </a:ext>
            </a:extLst>
          </p:cNvPr>
          <p:cNvSpPr>
            <a:spLocks noGrp="1"/>
          </p:cNvSpPr>
          <p:nvPr/>
        </p:nvSpPr>
        <p:spPr>
          <a:xfrm>
            <a:off x="3823608" y="602673"/>
            <a:ext cx="4534891" cy="338942"/>
          </a:xfrm>
          <a:prstGeom prst="rect">
            <a:avLst/>
          </a:prstGeom>
          <a:noFill/>
          <a:ln w="0">
            <a:noFill/>
          </a:ln>
        </p:spPr>
        <p:txBody>
          <a:bodyPr lIns="91440" tIns="45720" rIns="91440" bIns="45720" anchor="ctr">
            <a:noAutofit/>
          </a:bodyPr>
          <a:lstStyle/>
          <a:p>
            <a:pPr algn="ctr">
              <a:defRPr sz="3150" b="1">
                <a:solidFill>
                  <a:srgbClr val="132B46"/>
                </a:solidFill>
                <a:latin typeface="DejaVu Sans"/>
                <a:ea typeface="DejaVu Sans"/>
                <a:cs typeface="DejaVu Sans"/>
              </a:defRPr>
            </a:pPr>
            <a:r>
              <a:rPr lang="en-US" sz="3150" b="1">
                <a:solidFill>
                  <a:srgbClr val="132B46"/>
                </a:solidFill>
                <a:latin typeface="DejaVu Sans"/>
              </a:rPr>
              <a:t>Clock It</a:t>
            </a:r>
            <a:endParaRPr lang="en-US"/>
          </a:p>
          <a:p>
            <a:pPr>
              <a:defRPr sz="3150" b="1">
                <a:solidFill>
                  <a:srgbClr val="132B46"/>
                </a:solidFill>
                <a:latin typeface="DejaVu Sans"/>
                <a:ea typeface="DejaVu Sans"/>
                <a:cs typeface="DejaVu Sans"/>
              </a:defRPr>
            </a:pPr>
            <a:endParaRPr lang="en-US"/>
          </a:p>
        </p:txBody>
      </p:sp>
      <p:sp>
        <p:nvSpPr>
          <p:cNvPr id="4" name="Rectangle 3">
            <a:extLst>
              <a:ext uri="{FF2B5EF4-FFF2-40B4-BE49-F238E27FC236}">
                <a16:creationId xmlns:a16="http://schemas.microsoft.com/office/drawing/2014/main" id="{2E106F1A-3AA6-4A74-A3CA-106C33F6D44D}"/>
              </a:ext>
            </a:extLst>
          </p:cNvPr>
          <p:cNvSpPr>
            <a:spLocks noGrp="1"/>
          </p:cNvSpPr>
          <p:nvPr/>
        </p:nvSpPr>
        <p:spPr>
          <a:xfrm>
            <a:off x="3947116" y="3633602"/>
            <a:ext cx="568409" cy="1187877"/>
          </a:xfrm>
          <a:prstGeom prst="rect">
            <a:avLst/>
          </a:prstGeom>
          <a:noFill/>
          <a:ln w="0">
            <a:noFill/>
          </a:ln>
        </p:spPr>
        <p:txBody>
          <a:bodyPr lIns="91440" tIns="45720" rIns="91440" bIns="45720" anchor="ctr">
            <a:noAutofit/>
          </a:bodyPr>
          <a:lstStyle/>
          <a:p>
            <a:pPr>
              <a:defRPr sz="2175" b="0">
                <a:solidFill>
                  <a:srgbClr val="132B46"/>
                </a:solidFill>
                <a:latin typeface="DejaVu Sans"/>
                <a:ea typeface="DejaVu Sans"/>
                <a:cs typeface="DejaVu Sans"/>
              </a:defRPr>
            </a:pPr>
            <a:endParaRPr lang="en-US" sz="2200"/>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r>
              <a:rPr lang="en-US" sz="4200">
                <a:ea typeface="+mn-lt"/>
                <a:cs typeface="+mn-lt"/>
              </a:rPr>
              <a:t>→</a:t>
            </a:r>
            <a:endParaRPr lang="en-US" sz="4200"/>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p:txBody>
      </p:sp>
      <p:sp>
        <p:nvSpPr>
          <p:cNvPr id="2" name="Rectangle 1">
            <a:extLst>
              <a:ext uri="{FF2B5EF4-FFF2-40B4-BE49-F238E27FC236}">
                <a16:creationId xmlns:a16="http://schemas.microsoft.com/office/drawing/2014/main" id="{49DDBB6D-BE20-F83B-7556-A1E2E252570A}"/>
              </a:ext>
            </a:extLst>
          </p:cNvPr>
          <p:cNvSpPr>
            <a:spLocks noGrp="1"/>
          </p:cNvSpPr>
          <p:nvPr/>
        </p:nvSpPr>
        <p:spPr>
          <a:xfrm>
            <a:off x="7638362" y="3425783"/>
            <a:ext cx="568409" cy="1187877"/>
          </a:xfrm>
          <a:prstGeom prst="rect">
            <a:avLst/>
          </a:prstGeom>
          <a:noFill/>
          <a:ln w="0">
            <a:noFill/>
          </a:ln>
        </p:spPr>
        <p:txBody>
          <a:bodyPr lIns="91440" tIns="45720" rIns="91440" bIns="45720" anchor="ctr">
            <a:noAutofit/>
          </a:bodyPr>
          <a:lstStyle/>
          <a:p>
            <a:pPr>
              <a:defRPr sz="2175" b="0">
                <a:solidFill>
                  <a:srgbClr val="132B46"/>
                </a:solidFill>
                <a:latin typeface="DejaVu Sans"/>
                <a:ea typeface="DejaVu Sans"/>
                <a:cs typeface="DejaVu Sans"/>
              </a:defRPr>
            </a:pPr>
            <a:endParaRPr lang="en-US" sz="220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r>
              <a:rPr lang="en-US" sz="4200">
                <a:ea typeface="+mn-lt"/>
                <a:cs typeface="+mn-lt"/>
              </a:rPr>
              <a:t>→</a:t>
            </a:r>
            <a:endParaRPr lang="en-US" sz="4200"/>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a:p>
            <a:pPr>
              <a:defRPr sz="2175" b="0">
                <a:solidFill>
                  <a:srgbClr val="132B46"/>
                </a:solidFill>
                <a:latin typeface="DejaVu Sans"/>
                <a:ea typeface="DejaVu Sans"/>
                <a:cs typeface="DejaVu Sans"/>
              </a:defRPr>
            </a:pPr>
            <a:endParaRPr lang="en-US" sz="2150">
              <a:ea typeface="+mn-lt"/>
              <a:cs typeface="+mn-lt"/>
            </a:endParaRPr>
          </a:p>
        </p:txBody>
      </p:sp>
      <p:sp>
        <p:nvSpPr>
          <p:cNvPr id="7" name="TextBox 6">
            <a:extLst>
              <a:ext uri="{FF2B5EF4-FFF2-40B4-BE49-F238E27FC236}">
                <a16:creationId xmlns:a16="http://schemas.microsoft.com/office/drawing/2014/main" id="{CE05C0E1-3F09-1306-681A-720029C22B17}"/>
              </a:ext>
            </a:extLst>
          </p:cNvPr>
          <p:cNvSpPr txBox="1"/>
          <p:nvPr/>
        </p:nvSpPr>
        <p:spPr>
          <a:xfrm>
            <a:off x="1157926" y="3652045"/>
            <a:ext cx="2679979" cy="13080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b="1"/>
              <a:t>Workers</a:t>
            </a:r>
            <a:endParaRPr lang="en-US" b="1"/>
          </a:p>
          <a:p>
            <a:pPr algn="ctr"/>
            <a:r>
              <a:rPr lang="en-US">
                <a:ea typeface="+mn-lt"/>
                <a:cs typeface="+mn-lt"/>
              </a:rPr>
              <a:t>Share concerns safely and voluntarily</a:t>
            </a:r>
            <a:endParaRPr lang="en-US"/>
          </a:p>
          <a:p>
            <a:endParaRPr lang="en-US"/>
          </a:p>
        </p:txBody>
      </p:sp>
      <p:sp>
        <p:nvSpPr>
          <p:cNvPr id="9" name="TextBox 8">
            <a:extLst>
              <a:ext uri="{FF2B5EF4-FFF2-40B4-BE49-F238E27FC236}">
                <a16:creationId xmlns:a16="http://schemas.microsoft.com/office/drawing/2014/main" id="{9E184280-E1BB-1465-3CD7-529D31736FC4}"/>
              </a:ext>
            </a:extLst>
          </p:cNvPr>
          <p:cNvSpPr txBox="1"/>
          <p:nvPr/>
        </p:nvSpPr>
        <p:spPr>
          <a:xfrm>
            <a:off x="4805394" y="3647467"/>
            <a:ext cx="2689408" cy="13080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b="1"/>
              <a:t>Clock It</a:t>
            </a:r>
            <a:endParaRPr lang="en-US" b="1"/>
          </a:p>
          <a:p>
            <a:pPr algn="ctr"/>
            <a:r>
              <a:rPr lang="en-US"/>
              <a:t>Worker feedback at clock-out</a:t>
            </a:r>
          </a:p>
          <a:p>
            <a:endParaRPr lang="en-US"/>
          </a:p>
        </p:txBody>
      </p:sp>
      <p:sp>
        <p:nvSpPr>
          <p:cNvPr id="10" name="TextBox 9">
            <a:extLst>
              <a:ext uri="{FF2B5EF4-FFF2-40B4-BE49-F238E27FC236}">
                <a16:creationId xmlns:a16="http://schemas.microsoft.com/office/drawing/2014/main" id="{384FF0FA-D739-ADAD-A768-F201DD68F449}"/>
              </a:ext>
            </a:extLst>
          </p:cNvPr>
          <p:cNvSpPr txBox="1"/>
          <p:nvPr/>
        </p:nvSpPr>
        <p:spPr>
          <a:xfrm>
            <a:off x="8481809" y="3575096"/>
            <a:ext cx="1896104" cy="130805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500" b="1"/>
              <a:t>IKEA</a:t>
            </a:r>
            <a:endParaRPr lang="en-US" b="1"/>
          </a:p>
          <a:p>
            <a:pPr algn="ctr"/>
            <a:r>
              <a:rPr lang="en-US">
                <a:ea typeface="+mn-lt"/>
                <a:cs typeface="+mn-lt"/>
              </a:rPr>
              <a:t>Identify risks and follow up</a:t>
            </a:r>
            <a:endParaRPr lang="en-US"/>
          </a:p>
          <a:p>
            <a:endParaRPr lang="en-US"/>
          </a:p>
        </p:txBody>
      </p:sp>
      <p:pic>
        <p:nvPicPr>
          <p:cNvPr id="13" name="Picture 12" descr="&lt;svg xmlns=&quot;http://www.w3.org/2000/svg&quot; height=&quot;24px&quot; viewBox=&quot;0 -960 960 960&quot; width=&quot;24px&quot; fill=&quot;#000000&quot;&gt;&lt;path d=&quot;M40-160v-112q0-34 17.5-62.5T104-378q62-31 126-46.5T360-440q66 0 130 15.5T616-378q29 15 46.5 43.5T680-272v112H40Zm720 0v-120q0-44-24.5-84.5T666-434q51 6 96 20.5t84 35.5q36 20 55 44.5t19 53.5v120H760ZM247-527q-47-47-47-113t47-113q47-47 113-47t113 47q47 47 47 113t-47 113q-47 47-113 47t-113-47Zm466 0q-47 47-113 47-11 0-28-2.5t-28-5.5q27-32 41.5-71t14.5-81q0-42-14.5-81T544-792q14-5 28-6.5t28-1.5q66 0 113 47t47 113q0 66-47 113ZM120-240h480v-32q0-11-5.5-20T580-306q-54-27-109-40.5T360-360q-56 0-111 13.5T140-306q-9 5-14.5 14t-5.5 20v32Zm296.5-343.5Q440-607 440-640t-23.5-56.5Q393-720 360-720t-56.5 23.5Q280-673 280-640t23.5 56.5Q327-560 360-560t56.5-23.5ZM360-240Zm0-400Z&quot;/&gt;&lt;/svg&gt;">
            <a:extLst>
              <a:ext uri="{FF2B5EF4-FFF2-40B4-BE49-F238E27FC236}">
                <a16:creationId xmlns:a16="http://schemas.microsoft.com/office/drawing/2014/main" id="{A2DAB447-8636-D59B-9034-5F8E95F7ECC0}"/>
              </a:ext>
            </a:extLst>
          </p:cNvPr>
          <p:cNvPicPr>
            <a:picLocks noChangeAspect="1"/>
          </p:cNvPicPr>
          <p:nvPr/>
        </p:nvPicPr>
        <p:blipFill>
          <a:blip r:embed="rId3"/>
          <a:stretch>
            <a:fillRect/>
          </a:stretch>
        </p:blipFill>
        <p:spPr>
          <a:xfrm>
            <a:off x="1855025" y="2275609"/>
            <a:ext cx="1287483" cy="1297379"/>
          </a:xfrm>
          <a:prstGeom prst="rect">
            <a:avLst/>
          </a:prstGeom>
        </p:spPr>
      </p:pic>
      <p:pic>
        <p:nvPicPr>
          <p:cNvPr id="15" name="Picture 14" descr="&lt;svg xmlns=&quot;http://www.w3.org/2000/svg&quot; height=&quot;24px&quot; viewBox=&quot;0 -960 960 960&quot; width=&quot;24px&quot; fill=&quot;#000000&quot;&gt;&lt;path d=&quot;M120-120v-80l80-80v160h-80Zm160 0v-240l80-80v320h-80Zm160 0v-320l80 81v239h-80Zm160 0v-239l80-80v319h-80Zm160 0v-400l80-80v480h-80ZM120-327v-113l280-280 160 160 280-280v113L560-447 400-607 120-327Z&quot;/&gt;&lt;/svg&gt;">
            <a:extLst>
              <a:ext uri="{FF2B5EF4-FFF2-40B4-BE49-F238E27FC236}">
                <a16:creationId xmlns:a16="http://schemas.microsoft.com/office/drawing/2014/main" id="{2551EF0A-4A8F-F9B6-B84F-DCA38B6C4B6B}"/>
              </a:ext>
            </a:extLst>
          </p:cNvPr>
          <p:cNvPicPr>
            <a:picLocks noChangeAspect="1"/>
          </p:cNvPicPr>
          <p:nvPr/>
        </p:nvPicPr>
        <p:blipFill>
          <a:blip r:embed="rId4"/>
          <a:stretch>
            <a:fillRect/>
          </a:stretch>
        </p:blipFill>
        <p:spPr>
          <a:xfrm>
            <a:off x="8920843" y="2315194"/>
            <a:ext cx="1020288" cy="1109353"/>
          </a:xfrm>
          <a:prstGeom prst="rect">
            <a:avLst/>
          </a:prstGeom>
        </p:spPr>
      </p:pic>
      <p:sp>
        <p:nvSpPr>
          <p:cNvPr id="3" name="TextBox 2">
            <a:extLst>
              <a:ext uri="{FF2B5EF4-FFF2-40B4-BE49-F238E27FC236}">
                <a16:creationId xmlns:a16="http://schemas.microsoft.com/office/drawing/2014/main" id="{FA0F0699-8A78-8597-CBFC-A708E8DFA961}"/>
              </a:ext>
            </a:extLst>
          </p:cNvPr>
          <p:cNvSpPr txBox="1"/>
          <p:nvPr/>
        </p:nvSpPr>
        <p:spPr>
          <a:xfrm>
            <a:off x="2499930" y="942294"/>
            <a:ext cx="7160309" cy="6617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1900">
                <a:solidFill>
                  <a:srgbClr val="132B46"/>
                </a:solidFill>
                <a:ea typeface="+mn-lt"/>
                <a:cs typeface="+mn-lt"/>
              </a:rPr>
              <a:t>Connecting workers' voices with IKEA's decisions</a:t>
            </a:r>
            <a:endParaRPr lang="en-US" sz="1900">
              <a:ea typeface="+mn-lt"/>
              <a:cs typeface="+mn-lt"/>
            </a:endParaRPr>
          </a:p>
          <a:p>
            <a:pPr algn="l"/>
            <a:endParaRPr lang="en-US"/>
          </a:p>
        </p:txBody>
      </p:sp>
      <p:pic>
        <p:nvPicPr>
          <p:cNvPr id="6" name="Picture 5" descr="&lt;svg xmlns=&quot;http://www.w3.org/2000/svg&quot; height=&quot;24px&quot; viewBox=&quot;0 -960 960 960&quot; width=&quot;24px&quot; fill=&quot;#000000&quot;&gt;&lt;path d=&quot;M120-160q-33 0-56.5-23.5T40-240v-480q0-33 23.5-56.5T120-800h720q33 0 56.5 23.5T920-720v480q0 33-23.5 56.5T840-160H120Zm40-560h-40v480h40v-480Zm80 480h480v-480H240v480Zm560-480v480h40v-480h-40Zm0 0h40-40Zm-640 0h-40 40Z&quot;/&gt;&lt;/svg&gt;">
            <a:extLst>
              <a:ext uri="{FF2B5EF4-FFF2-40B4-BE49-F238E27FC236}">
                <a16:creationId xmlns:a16="http://schemas.microsoft.com/office/drawing/2014/main" id="{BCAE79F8-2F6E-6A05-310D-04C23885F979}"/>
              </a:ext>
            </a:extLst>
          </p:cNvPr>
          <p:cNvPicPr>
            <a:picLocks noChangeAspect="1"/>
          </p:cNvPicPr>
          <p:nvPr/>
        </p:nvPicPr>
        <p:blipFill>
          <a:blip r:embed="rId5"/>
          <a:stretch>
            <a:fillRect/>
          </a:stretch>
        </p:blipFill>
        <p:spPr>
          <a:xfrm>
            <a:off x="5496790" y="2275609"/>
            <a:ext cx="1297379" cy="1297379"/>
          </a:xfrm>
          <a:prstGeom prst="rect">
            <a:avLst/>
          </a:prstGeom>
        </p:spPr>
      </p:pic>
    </p:spTree>
    <p:extLst>
      <p:ext uri="{BB962C8B-B14F-4D97-AF65-F5344CB8AC3E}">
        <p14:creationId xmlns:p14="http://schemas.microsoft.com/office/powerpoint/2010/main" val="8493514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36C04B-8BB7-1699-F557-75A30D9C6C1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CE28ECBE-84AF-1864-19FE-E7F502711D4B}"/>
              </a:ext>
            </a:extLst>
          </p:cNvPr>
          <p:cNvSpPr>
            <a:spLocks noGrp="1"/>
          </p:cNvSpPr>
          <p:nvPr/>
        </p:nvSpPr>
        <p:spPr>
          <a:xfrm>
            <a:off x="666750" y="533400"/>
            <a:ext cx="10858500" cy="952500"/>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sv-SE" sz="3150" b="1" dirty="0">
                <a:solidFill>
                  <a:srgbClr val="132B46"/>
                </a:solidFill>
                <a:latin typeface="DejaVu Sans"/>
              </a:rPr>
              <a:t>Social Dimension</a:t>
            </a:r>
            <a:endParaRPr lang="sv-SE" dirty="0"/>
          </a:p>
        </p:txBody>
      </p:sp>
      <p:sp>
        <p:nvSpPr>
          <p:cNvPr id="4" name="Rectangle 3">
            <a:extLst>
              <a:ext uri="{FF2B5EF4-FFF2-40B4-BE49-F238E27FC236}">
                <a16:creationId xmlns:a16="http://schemas.microsoft.com/office/drawing/2014/main" id="{D68F95E1-004E-88E4-8F95-F69E8D5E0303}"/>
              </a:ext>
            </a:extLst>
          </p:cNvPr>
          <p:cNvSpPr>
            <a:spLocks noGrp="1"/>
          </p:cNvSpPr>
          <p:nvPr/>
        </p:nvSpPr>
        <p:spPr>
          <a:xfrm>
            <a:off x="666750" y="1680675"/>
            <a:ext cx="5270912" cy="3496649"/>
          </a:xfrm>
          <a:prstGeom prst="rect">
            <a:avLst/>
          </a:prstGeom>
          <a:noFill/>
          <a:ln w="0">
            <a:noFill/>
          </a:ln>
        </p:spPr>
        <p:txBody>
          <a:bodyPr lIns="91440" tIns="45720" rIns="91440" bIns="45720" anchor="ctr">
            <a:noAutofit/>
          </a:bodyPr>
          <a:lstStyle/>
          <a:p>
            <a:pPr marL="342900" indent="-342900">
              <a:buFont typeface="Arial"/>
              <a:buChar char="•"/>
              <a:defRPr sz="2175" b="0">
                <a:solidFill>
                  <a:srgbClr val="132B46"/>
                </a:solidFill>
                <a:latin typeface="DejaVu Sans"/>
                <a:ea typeface="DejaVu Sans"/>
                <a:cs typeface="DejaVu Sans"/>
              </a:defRPr>
            </a:pPr>
            <a:r>
              <a:rPr lang="en-US" sz="2150" dirty="0">
                <a:solidFill>
                  <a:srgbClr val="132B46"/>
                </a:solidFill>
                <a:latin typeface="Aptos"/>
              </a:rPr>
              <a:t>Gives workers a voice</a:t>
            </a:r>
          </a:p>
          <a:p>
            <a:pPr>
              <a:defRPr sz="2175" b="0">
                <a:solidFill>
                  <a:srgbClr val="132B46"/>
                </a:solidFill>
                <a:latin typeface="DejaVu Sans"/>
                <a:ea typeface="DejaVu Sans"/>
                <a:cs typeface="DejaVu Sans"/>
              </a:defRPr>
            </a:pPr>
            <a:endParaRPr lang="en-GB" sz="2150" dirty="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dirty="0">
              <a:latin typeface="Aptos"/>
            </a:endParaRPr>
          </a:p>
          <a:p>
            <a:pPr marL="342900" indent="-342900">
              <a:buFont typeface="Arial"/>
              <a:buChar char="•"/>
              <a:defRPr sz="2175" b="0">
                <a:solidFill>
                  <a:srgbClr val="132B46"/>
                </a:solidFill>
                <a:latin typeface="DejaVu Sans"/>
                <a:ea typeface="DejaVu Sans"/>
                <a:cs typeface="DejaVu Sans"/>
              </a:defRPr>
            </a:pPr>
            <a:r>
              <a:rPr lang="en-GB" sz="2150" dirty="0">
                <a:latin typeface="Aptos"/>
              </a:rPr>
              <a:t>Strengthen trust and communication</a:t>
            </a:r>
          </a:p>
          <a:p>
            <a:pPr>
              <a:defRPr sz="2175" b="0">
                <a:solidFill>
                  <a:srgbClr val="132B46"/>
                </a:solidFill>
                <a:latin typeface="DejaVu Sans"/>
                <a:ea typeface="DejaVu Sans"/>
                <a:cs typeface="DejaVu Sans"/>
              </a:defRPr>
            </a:pPr>
            <a:endParaRPr lang="en-GB" sz="2150" dirty="0">
              <a:latin typeface="Aptos"/>
            </a:endParaRPr>
          </a:p>
        </p:txBody>
      </p:sp>
    </p:spTree>
    <p:extLst>
      <p:ext uri="{BB962C8B-B14F-4D97-AF65-F5344CB8AC3E}">
        <p14:creationId xmlns:p14="http://schemas.microsoft.com/office/powerpoint/2010/main" val="139470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4E8"/>
        </a:solidFill>
        <a:effectLst/>
      </p:bgPr>
    </p:bg>
    <p:spTree>
      <p:nvGrpSpPr>
        <p:cNvPr id="1" name="">
          <a:extLst>
            <a:ext uri="{FF2B5EF4-FFF2-40B4-BE49-F238E27FC236}">
              <a16:creationId xmlns:a16="http://schemas.microsoft.com/office/drawing/2014/main" id="{05341FED-2DE8-DFF8-89AA-448D3D7E92C9}"/>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A085CCF-DDF4-49A2-ED5F-F87C861D22D3}"/>
              </a:ext>
            </a:extLst>
          </p:cNvPr>
          <p:cNvSpPr>
            <a:spLocks noGrp="1"/>
          </p:cNvSpPr>
          <p:nvPr/>
        </p:nvSpPr>
        <p:spPr>
          <a:xfrm>
            <a:off x="666750" y="533400"/>
            <a:ext cx="10858500" cy="952500"/>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sv-SE" sz="3150" b="1" err="1">
                <a:solidFill>
                  <a:srgbClr val="132B46"/>
                </a:solidFill>
                <a:latin typeface="DejaVu Sans"/>
              </a:rPr>
              <a:t>Economic</a:t>
            </a:r>
            <a:r>
              <a:rPr lang="sv-SE" sz="3150" b="1">
                <a:solidFill>
                  <a:srgbClr val="132B46"/>
                </a:solidFill>
                <a:latin typeface="DejaVu Sans"/>
              </a:rPr>
              <a:t> Dimension</a:t>
            </a:r>
            <a:endParaRPr lang="sv-SE"/>
          </a:p>
        </p:txBody>
      </p:sp>
      <p:sp>
        <p:nvSpPr>
          <p:cNvPr id="4" name="Rectangle 3">
            <a:extLst>
              <a:ext uri="{FF2B5EF4-FFF2-40B4-BE49-F238E27FC236}">
                <a16:creationId xmlns:a16="http://schemas.microsoft.com/office/drawing/2014/main" id="{87077EC4-2FEE-85FE-1615-FEE640D9BCA6}"/>
              </a:ext>
            </a:extLst>
          </p:cNvPr>
          <p:cNvSpPr>
            <a:spLocks noGrp="1"/>
          </p:cNvSpPr>
          <p:nvPr/>
        </p:nvSpPr>
        <p:spPr>
          <a:xfrm>
            <a:off x="666750" y="1680675"/>
            <a:ext cx="4727575" cy="3496649"/>
          </a:xfrm>
          <a:prstGeom prst="rect">
            <a:avLst/>
          </a:prstGeom>
          <a:noFill/>
          <a:ln w="0">
            <a:noFill/>
          </a:ln>
        </p:spPr>
        <p:txBody>
          <a:bodyPr lIns="91440" tIns="45720" rIns="91440" bIns="45720" anchor="ctr">
            <a:noAutofit/>
          </a:bodyPr>
          <a:lstStyle/>
          <a:p>
            <a:pPr marL="342900" indent="-342900">
              <a:buFont typeface="Arial"/>
              <a:buChar char="•"/>
              <a:defRPr sz="2175" b="0">
                <a:solidFill>
                  <a:srgbClr val="132B46"/>
                </a:solidFill>
                <a:latin typeface="DejaVu Sans"/>
                <a:ea typeface="DejaVu Sans"/>
                <a:cs typeface="DejaVu Sans"/>
              </a:defRPr>
            </a:pPr>
            <a:r>
              <a:rPr lang="en-US" sz="2150" dirty="0">
                <a:solidFill>
                  <a:srgbClr val="132B46"/>
                </a:solidFill>
                <a:latin typeface="Aptos"/>
              </a:rPr>
              <a:t>Better working conditions -&gt; more productivity</a:t>
            </a: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dirty="0">
              <a:latin typeface="Aptos"/>
            </a:endParaRPr>
          </a:p>
          <a:p>
            <a:pPr marL="342900" indent="-342900">
              <a:buFont typeface="Arial"/>
              <a:buChar char="•"/>
              <a:defRPr sz="2175" b="0">
                <a:solidFill>
                  <a:srgbClr val="132B46"/>
                </a:solidFill>
                <a:latin typeface="DejaVu Sans"/>
                <a:ea typeface="DejaVu Sans"/>
                <a:cs typeface="DejaVu Sans"/>
              </a:defRPr>
            </a:pPr>
            <a:r>
              <a:rPr lang="en-GB" sz="2150" dirty="0">
                <a:latin typeface="Aptos"/>
              </a:rPr>
              <a:t>Small costs</a:t>
            </a:r>
          </a:p>
          <a:p>
            <a:pPr>
              <a:defRPr sz="2175" b="0">
                <a:solidFill>
                  <a:srgbClr val="132B46"/>
                </a:solidFill>
                <a:latin typeface="DejaVu Sans"/>
                <a:ea typeface="DejaVu Sans"/>
                <a:cs typeface="DejaVu Sans"/>
              </a:defRPr>
            </a:pPr>
            <a:endParaRPr lang="en-GB" sz="2150" dirty="0">
              <a:latin typeface="Aptos"/>
            </a:endParaRPr>
          </a:p>
        </p:txBody>
      </p:sp>
    </p:spTree>
    <p:extLst>
      <p:ext uri="{BB962C8B-B14F-4D97-AF65-F5344CB8AC3E}">
        <p14:creationId xmlns:p14="http://schemas.microsoft.com/office/powerpoint/2010/main" val="2582558438"/>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568F25A-6625-46FB-A006-E9D3D077A7F0}"/>
              </a:ext>
            </a:extLst>
          </p:cNvPr>
          <p:cNvSpPr>
            <a:spLocks noGrp="1"/>
          </p:cNvSpPr>
          <p:nvPr/>
        </p:nvSpPr>
        <p:spPr>
          <a:xfrm>
            <a:off x="666750" y="533400"/>
            <a:ext cx="10858500" cy="952500"/>
          </a:xfrm>
          <a:prstGeom prst="rect">
            <a:avLst/>
          </a:prstGeom>
          <a:noFill/>
          <a:ln w="0">
            <a:noFill/>
          </a:ln>
        </p:spPr>
        <p:txBody>
          <a:bodyPr anchor="ctr">
            <a:noAutofit/>
          </a:bodyPr>
          <a:lstStyle/>
          <a:p>
            <a:pPr>
              <a:defRPr sz="3150" b="1">
                <a:solidFill>
                  <a:srgbClr val="132B46"/>
                </a:solidFill>
                <a:latin typeface="DejaVu Sans"/>
                <a:ea typeface="DejaVu Sans"/>
                <a:cs typeface="DejaVu Sans"/>
              </a:defRPr>
            </a:pPr>
            <a:r>
              <a:rPr lang="en-US" sz="3150" b="1">
                <a:solidFill>
                  <a:srgbClr val="132B46"/>
                </a:solidFill>
                <a:latin typeface="DejaVu Sans"/>
                <a:ea typeface="DejaVu Sans"/>
                <a:cs typeface="DejaVu Sans"/>
              </a:rPr>
              <a:t>The gap is not data</a:t>
            </a:r>
            <a:endParaRPr sz="3150" b="1">
              <a:solidFill>
                <a:srgbClr val="132B46"/>
              </a:solidFill>
              <a:latin typeface="DejaVu Sans"/>
              <a:ea typeface="DejaVu Sans"/>
              <a:cs typeface="DejaVu Sans"/>
            </a:endParaRPr>
          </a:p>
        </p:txBody>
      </p:sp>
      <p:sp>
        <p:nvSpPr>
          <p:cNvPr id="2" name="Rectangle 1">
            <a:extLst>
              <a:ext uri="{FF2B5EF4-FFF2-40B4-BE49-F238E27FC236}">
                <a16:creationId xmlns:a16="http://schemas.microsoft.com/office/drawing/2014/main" id="{DEC98391-447E-4A94-8C5A-831490B962B8}"/>
              </a:ext>
            </a:extLst>
          </p:cNvPr>
          <p:cNvSpPr>
            <a:spLocks noGrp="1"/>
          </p:cNvSpPr>
          <p:nvPr/>
        </p:nvSpPr>
        <p:spPr>
          <a:xfrm>
            <a:off x="704850" y="2190750"/>
            <a:ext cx="1238250" cy="762000"/>
          </a:xfrm>
          <a:prstGeom prst="rect">
            <a:avLst/>
          </a:prstGeom>
          <a:noFill/>
          <a:ln w="0">
            <a:noFill/>
          </a:ln>
        </p:spPr>
        <p:txBody>
          <a:bodyPr anchor="ctr">
            <a:noAutofit/>
          </a:bodyPr>
          <a:lstStyle/>
          <a:p>
            <a:pPr>
              <a:defRPr sz="3975" b="1">
                <a:solidFill>
                  <a:srgbClr val="102D4F"/>
                </a:solidFill>
                <a:latin typeface="DejaVu Sans"/>
                <a:ea typeface="DejaVu Sans"/>
                <a:cs typeface="DejaVu Sans"/>
              </a:defRPr>
            </a:pPr>
            <a:r>
              <a:rPr sz="3975" b="1">
                <a:solidFill>
                  <a:srgbClr val="102D4F"/>
                </a:solidFill>
                <a:latin typeface="DejaVu Sans"/>
                <a:ea typeface="DejaVu Sans"/>
                <a:cs typeface="DejaVu Sans"/>
              </a:rPr>
              <a:t>01</a:t>
            </a:r>
          </a:p>
        </p:txBody>
      </p:sp>
      <p:sp>
        <p:nvSpPr>
          <p:cNvPr id="3" name="Rectangle 2">
            <a:extLst>
              <a:ext uri="{FF2B5EF4-FFF2-40B4-BE49-F238E27FC236}">
                <a16:creationId xmlns:a16="http://schemas.microsoft.com/office/drawing/2014/main" id="{B46DFA3E-C2E4-4257-8E24-5565158D049D}"/>
              </a:ext>
            </a:extLst>
          </p:cNvPr>
          <p:cNvSpPr>
            <a:spLocks noGrp="1"/>
          </p:cNvSpPr>
          <p:nvPr/>
        </p:nvSpPr>
        <p:spPr>
          <a:xfrm>
            <a:off x="704850" y="3143250"/>
            <a:ext cx="3143250" cy="628650"/>
          </a:xfrm>
          <a:prstGeom prst="rect">
            <a:avLst/>
          </a:prstGeom>
          <a:noFill/>
          <a:ln w="0">
            <a:noFill/>
          </a:ln>
        </p:spPr>
        <p:txBody>
          <a:bodyPr anchor="ctr">
            <a:noAutofit/>
          </a:bodyPr>
          <a:lstStyle/>
          <a:p>
            <a:pPr>
              <a:defRPr sz="2175" b="1">
                <a:solidFill>
                  <a:srgbClr val="132B46"/>
                </a:solidFill>
                <a:latin typeface="DejaVu Sans"/>
                <a:ea typeface="DejaVu Sans"/>
                <a:cs typeface="DejaVu Sans"/>
              </a:defRPr>
            </a:pPr>
            <a:r>
              <a:rPr lang="en-US" sz="2175" b="1">
                <a:solidFill>
                  <a:srgbClr val="132B46"/>
                </a:solidFill>
                <a:latin typeface="DejaVu Sans"/>
                <a:ea typeface="DejaVu Sans"/>
                <a:cs typeface="DejaVu Sans"/>
              </a:rPr>
              <a:t>Signals exist</a:t>
            </a:r>
            <a:endParaRPr sz="2175" b="1">
              <a:solidFill>
                <a:srgbClr val="132B46"/>
              </a:solidFill>
              <a:latin typeface="DejaVu Sans"/>
              <a:ea typeface="DejaVu Sans"/>
              <a:cs typeface="DejaVu Sans"/>
            </a:endParaRPr>
          </a:p>
        </p:txBody>
      </p:sp>
      <p:sp>
        <p:nvSpPr>
          <p:cNvPr id="4" name="Rectangle 3">
            <a:extLst>
              <a:ext uri="{FF2B5EF4-FFF2-40B4-BE49-F238E27FC236}">
                <a16:creationId xmlns:a16="http://schemas.microsoft.com/office/drawing/2014/main" id="{7A5E4838-ABEE-4BB7-9603-874FFD847A54}"/>
              </a:ext>
            </a:extLst>
          </p:cNvPr>
          <p:cNvSpPr>
            <a:spLocks noGrp="1"/>
          </p:cNvSpPr>
          <p:nvPr/>
        </p:nvSpPr>
        <p:spPr>
          <a:xfrm>
            <a:off x="704850" y="3895725"/>
            <a:ext cx="3143250" cy="1581150"/>
          </a:xfrm>
          <a:prstGeom prst="rect">
            <a:avLst/>
          </a:prstGeom>
          <a:noFill/>
          <a:ln w="0">
            <a:noFill/>
          </a:ln>
        </p:spPr>
        <p:txBody>
          <a:bodyPr anchor="ctr">
            <a:noAutofit/>
          </a:bodyPr>
          <a:lstStyle/>
          <a:p>
            <a:pPr>
              <a:defRPr sz="1800" b="0">
                <a:solidFill>
                  <a:srgbClr val="45607A"/>
                </a:solidFill>
                <a:latin typeface="DejaVu Sans"/>
                <a:ea typeface="DejaVu Sans"/>
                <a:cs typeface="DejaVu Sans"/>
              </a:defRPr>
            </a:pPr>
            <a:r>
              <a:rPr lang="en-SE">
                <a:solidFill>
                  <a:srgbClr val="45607A"/>
                </a:solidFill>
                <a:latin typeface="DejaVu Sans"/>
              </a:rPr>
              <a:t>Audits, supplier reports and worker concerns can all reveal labour risks.</a:t>
            </a:r>
            <a:endParaRPr sz="1800" b="0">
              <a:solidFill>
                <a:srgbClr val="45607A"/>
              </a:solidFill>
              <a:latin typeface="DejaVu Sans"/>
              <a:ea typeface="DejaVu Sans"/>
              <a:cs typeface="DejaVu Sans"/>
            </a:endParaRPr>
          </a:p>
        </p:txBody>
      </p:sp>
      <p:sp>
        <p:nvSpPr>
          <p:cNvPr id="5" name="Rectangle 4">
            <a:extLst>
              <a:ext uri="{FF2B5EF4-FFF2-40B4-BE49-F238E27FC236}">
                <a16:creationId xmlns:a16="http://schemas.microsoft.com/office/drawing/2014/main" id="{8BB3ABBE-1F56-4480-8287-7937038C391E}"/>
              </a:ext>
            </a:extLst>
          </p:cNvPr>
          <p:cNvSpPr>
            <a:spLocks noGrp="1"/>
          </p:cNvSpPr>
          <p:nvPr/>
        </p:nvSpPr>
        <p:spPr>
          <a:xfrm>
            <a:off x="4429125" y="2190750"/>
            <a:ext cx="1238250" cy="762000"/>
          </a:xfrm>
          <a:prstGeom prst="rect">
            <a:avLst/>
          </a:prstGeom>
          <a:noFill/>
          <a:ln w="0">
            <a:noFill/>
          </a:ln>
        </p:spPr>
        <p:txBody>
          <a:bodyPr anchor="ctr">
            <a:noAutofit/>
          </a:bodyPr>
          <a:lstStyle/>
          <a:p>
            <a:pPr>
              <a:defRPr sz="3975" b="1">
                <a:solidFill>
                  <a:srgbClr val="102D4F"/>
                </a:solidFill>
                <a:latin typeface="DejaVu Sans"/>
                <a:ea typeface="DejaVu Sans"/>
                <a:cs typeface="DejaVu Sans"/>
              </a:defRPr>
            </a:pPr>
            <a:r>
              <a:rPr sz="3975" b="1">
                <a:solidFill>
                  <a:srgbClr val="102D4F"/>
                </a:solidFill>
                <a:latin typeface="DejaVu Sans"/>
                <a:ea typeface="DejaVu Sans"/>
                <a:cs typeface="DejaVu Sans"/>
              </a:rPr>
              <a:t>02</a:t>
            </a:r>
          </a:p>
        </p:txBody>
      </p:sp>
      <p:sp>
        <p:nvSpPr>
          <p:cNvPr id="6" name="Rectangle 5">
            <a:extLst>
              <a:ext uri="{FF2B5EF4-FFF2-40B4-BE49-F238E27FC236}">
                <a16:creationId xmlns:a16="http://schemas.microsoft.com/office/drawing/2014/main" id="{37A28F37-5284-4EFD-BF06-F9F72C4F3ADB}"/>
              </a:ext>
            </a:extLst>
          </p:cNvPr>
          <p:cNvSpPr>
            <a:spLocks noGrp="1"/>
          </p:cNvSpPr>
          <p:nvPr/>
        </p:nvSpPr>
        <p:spPr>
          <a:xfrm>
            <a:off x="4429125" y="3143250"/>
            <a:ext cx="3143250" cy="628650"/>
          </a:xfrm>
          <a:prstGeom prst="rect">
            <a:avLst/>
          </a:prstGeom>
          <a:noFill/>
          <a:ln w="0">
            <a:noFill/>
          </a:ln>
        </p:spPr>
        <p:txBody>
          <a:bodyPr anchor="ctr">
            <a:noAutofit/>
          </a:bodyPr>
          <a:lstStyle/>
          <a:p>
            <a:pPr>
              <a:defRPr sz="2175" b="1">
                <a:solidFill>
                  <a:srgbClr val="132B46"/>
                </a:solidFill>
                <a:latin typeface="DejaVu Sans"/>
                <a:ea typeface="DejaVu Sans"/>
                <a:cs typeface="DejaVu Sans"/>
              </a:defRPr>
            </a:pPr>
            <a:r>
              <a:rPr lang="en-US" sz="2175" b="1">
                <a:solidFill>
                  <a:srgbClr val="132B46"/>
                </a:solidFill>
                <a:latin typeface="DejaVu Sans"/>
                <a:ea typeface="DejaVu Sans"/>
                <a:cs typeface="DejaVu Sans"/>
              </a:rPr>
              <a:t>Context gets lost</a:t>
            </a:r>
          </a:p>
        </p:txBody>
      </p:sp>
      <p:sp>
        <p:nvSpPr>
          <p:cNvPr id="7" name="Rectangle 6">
            <a:extLst>
              <a:ext uri="{FF2B5EF4-FFF2-40B4-BE49-F238E27FC236}">
                <a16:creationId xmlns:a16="http://schemas.microsoft.com/office/drawing/2014/main" id="{51EAEA9D-57D3-4775-8A05-1BD92A6F1DFA}"/>
              </a:ext>
            </a:extLst>
          </p:cNvPr>
          <p:cNvSpPr>
            <a:spLocks noGrp="1"/>
          </p:cNvSpPr>
          <p:nvPr/>
        </p:nvSpPr>
        <p:spPr>
          <a:xfrm>
            <a:off x="4429125" y="3895725"/>
            <a:ext cx="3143250" cy="1581150"/>
          </a:xfrm>
          <a:prstGeom prst="rect">
            <a:avLst/>
          </a:prstGeom>
          <a:noFill/>
          <a:ln w="0">
            <a:noFill/>
          </a:ln>
        </p:spPr>
        <p:txBody>
          <a:bodyPr anchor="ctr">
            <a:noAutofit/>
          </a:bodyPr>
          <a:lstStyle/>
          <a:p>
            <a:pPr>
              <a:defRPr sz="1800" b="0">
                <a:solidFill>
                  <a:srgbClr val="45607A"/>
                </a:solidFill>
                <a:latin typeface="DejaVu Sans"/>
                <a:ea typeface="DejaVu Sans"/>
                <a:cs typeface="DejaVu Sans"/>
              </a:defRPr>
            </a:pPr>
            <a:r>
              <a:rPr lang="en-SE">
                <a:solidFill>
                  <a:srgbClr val="45607A"/>
                </a:solidFill>
                <a:latin typeface="DejaVu Sans"/>
              </a:rPr>
              <a:t>When information sits in separate channels, recurring issues are harder to compare across sites and time.</a:t>
            </a:r>
            <a:endParaRPr sz="1800" b="0">
              <a:solidFill>
                <a:srgbClr val="45607A"/>
              </a:solidFill>
              <a:latin typeface="DejaVu Sans"/>
              <a:ea typeface="DejaVu Sans"/>
              <a:cs typeface="DejaVu Sans"/>
            </a:endParaRPr>
          </a:p>
        </p:txBody>
      </p:sp>
      <p:sp>
        <p:nvSpPr>
          <p:cNvPr id="8" name="Rectangle 7">
            <a:extLst>
              <a:ext uri="{FF2B5EF4-FFF2-40B4-BE49-F238E27FC236}">
                <a16:creationId xmlns:a16="http://schemas.microsoft.com/office/drawing/2014/main" id="{01F5EC20-DDB1-4C56-A789-E45B7672481D}"/>
              </a:ext>
            </a:extLst>
          </p:cNvPr>
          <p:cNvSpPr>
            <a:spLocks noGrp="1"/>
          </p:cNvSpPr>
          <p:nvPr/>
        </p:nvSpPr>
        <p:spPr>
          <a:xfrm>
            <a:off x="8143875" y="2190750"/>
            <a:ext cx="1238250" cy="762000"/>
          </a:xfrm>
          <a:prstGeom prst="rect">
            <a:avLst/>
          </a:prstGeom>
          <a:noFill/>
          <a:ln w="0">
            <a:noFill/>
          </a:ln>
        </p:spPr>
        <p:txBody>
          <a:bodyPr anchor="ctr">
            <a:noAutofit/>
          </a:bodyPr>
          <a:lstStyle/>
          <a:p>
            <a:pPr>
              <a:defRPr sz="3975" b="1">
                <a:solidFill>
                  <a:srgbClr val="102D4F"/>
                </a:solidFill>
                <a:latin typeface="DejaVu Sans"/>
                <a:ea typeface="DejaVu Sans"/>
                <a:cs typeface="DejaVu Sans"/>
              </a:defRPr>
            </a:pPr>
            <a:r>
              <a:rPr sz="3975" b="1">
                <a:solidFill>
                  <a:srgbClr val="102D4F"/>
                </a:solidFill>
                <a:latin typeface="DejaVu Sans"/>
                <a:ea typeface="DejaVu Sans"/>
                <a:cs typeface="DejaVu Sans"/>
              </a:rPr>
              <a:t>03</a:t>
            </a:r>
          </a:p>
        </p:txBody>
      </p:sp>
      <p:sp>
        <p:nvSpPr>
          <p:cNvPr id="9" name="Rectangle 8">
            <a:extLst>
              <a:ext uri="{FF2B5EF4-FFF2-40B4-BE49-F238E27FC236}">
                <a16:creationId xmlns:a16="http://schemas.microsoft.com/office/drawing/2014/main" id="{47192BBD-0EB8-4466-85BA-909964DE6556}"/>
              </a:ext>
            </a:extLst>
          </p:cNvPr>
          <p:cNvSpPr>
            <a:spLocks noGrp="1"/>
          </p:cNvSpPr>
          <p:nvPr/>
        </p:nvSpPr>
        <p:spPr>
          <a:xfrm>
            <a:off x="8143875" y="3143250"/>
            <a:ext cx="3143250" cy="628650"/>
          </a:xfrm>
          <a:prstGeom prst="rect">
            <a:avLst/>
          </a:prstGeom>
          <a:noFill/>
          <a:ln w="0">
            <a:noFill/>
          </a:ln>
        </p:spPr>
        <p:txBody>
          <a:bodyPr anchor="ctr">
            <a:noAutofit/>
          </a:bodyPr>
          <a:lstStyle/>
          <a:p>
            <a:pPr>
              <a:defRPr sz="2175" b="1">
                <a:solidFill>
                  <a:srgbClr val="132B46"/>
                </a:solidFill>
                <a:latin typeface="DejaVu Sans"/>
                <a:ea typeface="DejaVu Sans"/>
                <a:cs typeface="DejaVu Sans"/>
              </a:defRPr>
            </a:pPr>
            <a:r>
              <a:rPr lang="en-US" sz="2175" b="1">
                <a:solidFill>
                  <a:srgbClr val="132B46"/>
                </a:solidFill>
                <a:latin typeface="DejaVu Sans"/>
                <a:ea typeface="DejaVu Sans"/>
                <a:cs typeface="DejaVu Sans"/>
              </a:rPr>
              <a:t>Action is hard to track	</a:t>
            </a:r>
            <a:endParaRPr sz="2175" b="1">
              <a:solidFill>
                <a:srgbClr val="132B46"/>
              </a:solidFill>
              <a:latin typeface="DejaVu Sans"/>
              <a:ea typeface="DejaVu Sans"/>
              <a:cs typeface="DejaVu Sans"/>
            </a:endParaRPr>
          </a:p>
        </p:txBody>
      </p:sp>
      <p:sp>
        <p:nvSpPr>
          <p:cNvPr id="10" name="Rectangle 9">
            <a:extLst>
              <a:ext uri="{FF2B5EF4-FFF2-40B4-BE49-F238E27FC236}">
                <a16:creationId xmlns:a16="http://schemas.microsoft.com/office/drawing/2014/main" id="{8567B7D1-8F70-4164-9B19-629CC40FFD44}"/>
              </a:ext>
            </a:extLst>
          </p:cNvPr>
          <p:cNvSpPr>
            <a:spLocks noGrp="1"/>
          </p:cNvSpPr>
          <p:nvPr/>
        </p:nvSpPr>
        <p:spPr>
          <a:xfrm>
            <a:off x="8143875" y="3895725"/>
            <a:ext cx="3143250" cy="1581150"/>
          </a:xfrm>
          <a:prstGeom prst="rect">
            <a:avLst/>
          </a:prstGeom>
          <a:noFill/>
          <a:ln w="0">
            <a:noFill/>
          </a:ln>
        </p:spPr>
        <p:txBody>
          <a:bodyPr anchor="ctr">
            <a:noAutofit/>
          </a:bodyPr>
          <a:lstStyle/>
          <a:p>
            <a:pPr>
              <a:defRPr sz="1800" b="0">
                <a:solidFill>
                  <a:srgbClr val="45607A"/>
                </a:solidFill>
                <a:latin typeface="DejaVu Sans"/>
                <a:ea typeface="DejaVu Sans"/>
                <a:cs typeface="DejaVu Sans"/>
              </a:defRPr>
            </a:pPr>
            <a:r>
              <a:rPr lang="en-SE">
                <a:solidFill>
                  <a:srgbClr val="45607A"/>
                </a:solidFill>
                <a:latin typeface="DejaVu Sans"/>
              </a:rPr>
              <a:t>IKEA needs a protected place to assign a case, follow the response and verify whether conditions improve. </a:t>
            </a:r>
            <a:endParaRPr sz="1800" b="0">
              <a:solidFill>
                <a:srgbClr val="45607A"/>
              </a:solidFill>
              <a:latin typeface="DejaVu Sans"/>
              <a:ea typeface="DejaVu Sans"/>
              <a:cs typeface="DejaVu Sans"/>
            </a:endParaRPr>
          </a:p>
        </p:txBody>
      </p:sp>
    </p:spTree>
    <p:extLst>
      <p:ext uri="{BB962C8B-B14F-4D97-AF65-F5344CB8AC3E}">
        <p14:creationId xmlns:p14="http://schemas.microsoft.com/office/powerpoint/2010/main" val="14658556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53646E8-CC02-4E7B-B27C-5FFAC4688542}"/>
              </a:ext>
            </a:extLst>
          </p:cNvPr>
          <p:cNvSpPr>
            <a:spLocks noGrp="1"/>
          </p:cNvSpPr>
          <p:nvPr/>
        </p:nvSpPr>
        <p:spPr>
          <a:xfrm>
            <a:off x="666750" y="533400"/>
            <a:ext cx="10858500" cy="952500"/>
          </a:xfrm>
          <a:prstGeom prst="rect">
            <a:avLst/>
          </a:prstGeom>
          <a:noFill/>
          <a:ln w="0">
            <a:noFill/>
          </a:ln>
        </p:spPr>
        <p:txBody>
          <a:bodyPr anchor="ctr">
            <a:noAutofit/>
          </a:bodyPr>
          <a:lstStyle/>
          <a:p>
            <a:pPr>
              <a:defRPr sz="3150" b="1">
                <a:solidFill>
                  <a:srgbClr val="132B46"/>
                </a:solidFill>
                <a:latin typeface="DejaVu Sans"/>
                <a:ea typeface="DejaVu Sans"/>
                <a:cs typeface="DejaVu Sans"/>
              </a:defRPr>
            </a:pPr>
            <a:r>
              <a:rPr sz="3150" b="1">
                <a:solidFill>
                  <a:srgbClr val="132B46"/>
                </a:solidFill>
                <a:latin typeface="DejaVu Sans"/>
                <a:ea typeface="DejaVu Sans"/>
                <a:cs typeface="DejaVu Sans"/>
              </a:rPr>
              <a:t>Privacy and operating assumptions</a:t>
            </a:r>
          </a:p>
        </p:txBody>
      </p:sp>
      <p:sp>
        <p:nvSpPr>
          <p:cNvPr id="3" name="Rectangle 2">
            <a:extLst>
              <a:ext uri="{FF2B5EF4-FFF2-40B4-BE49-F238E27FC236}">
                <a16:creationId xmlns:a16="http://schemas.microsoft.com/office/drawing/2014/main" id="{1E8E2F6F-B323-49C5-8068-0547D4F7EED3}"/>
              </a:ext>
            </a:extLst>
          </p:cNvPr>
          <p:cNvSpPr>
            <a:spLocks noGrp="1"/>
          </p:cNvSpPr>
          <p:nvPr/>
        </p:nvSpPr>
        <p:spPr>
          <a:xfrm>
            <a:off x="714375" y="1952625"/>
            <a:ext cx="4476750" cy="523875"/>
          </a:xfrm>
          <a:prstGeom prst="rect">
            <a:avLst/>
          </a:prstGeom>
          <a:noFill/>
          <a:ln w="0">
            <a:noFill/>
          </a:ln>
        </p:spPr>
        <p:txBody>
          <a:bodyPr anchor="ctr">
            <a:noAutofit/>
          </a:bodyPr>
          <a:lstStyle/>
          <a:p>
            <a:pPr>
              <a:defRPr sz="2550" b="1">
                <a:solidFill>
                  <a:srgbClr val="132B46"/>
                </a:solidFill>
                <a:latin typeface="DejaVu Sans"/>
                <a:ea typeface="DejaVu Sans"/>
                <a:cs typeface="DejaVu Sans"/>
              </a:defRPr>
            </a:pPr>
            <a:r>
              <a:rPr sz="2550" b="1">
                <a:solidFill>
                  <a:srgbClr val="132B46"/>
                </a:solidFill>
                <a:latin typeface="DejaVu Sans"/>
                <a:ea typeface="DejaVu Sans"/>
                <a:cs typeface="DejaVu Sans"/>
              </a:rPr>
              <a:t>Pilot scope</a:t>
            </a:r>
          </a:p>
        </p:txBody>
      </p:sp>
      <p:sp>
        <p:nvSpPr>
          <p:cNvPr id="4" name="Rectangle 3">
            <a:extLst>
              <a:ext uri="{FF2B5EF4-FFF2-40B4-BE49-F238E27FC236}">
                <a16:creationId xmlns:a16="http://schemas.microsoft.com/office/drawing/2014/main" id="{D5782892-99C3-4A3E-91AB-D643233EB860}"/>
              </a:ext>
            </a:extLst>
          </p:cNvPr>
          <p:cNvSpPr>
            <a:spLocks noGrp="1"/>
          </p:cNvSpPr>
          <p:nvPr/>
        </p:nvSpPr>
        <p:spPr>
          <a:xfrm>
            <a:off x="714375" y="2571750"/>
            <a:ext cx="10191750" cy="1143000"/>
          </a:xfrm>
          <a:prstGeom prst="rect">
            <a:avLst/>
          </a:prstGeom>
          <a:noFill/>
          <a:ln w="0">
            <a:noFill/>
          </a:ln>
        </p:spPr>
        <p:txBody>
          <a:bodyPr anchor="ctr">
            <a:noAutofit/>
          </a:bodyPr>
          <a:lstStyle/>
          <a:p>
            <a:pPr>
              <a:defRPr sz="1950" b="0">
                <a:solidFill>
                  <a:srgbClr val="45607A"/>
                </a:solidFill>
                <a:latin typeface="DejaVu Sans"/>
                <a:ea typeface="DejaVu Sans"/>
                <a:cs typeface="DejaVu Sans"/>
              </a:defRPr>
            </a:pPr>
            <a:r>
              <a:rPr sz="1950" b="0">
                <a:solidFill>
                  <a:srgbClr val="45607A"/>
                </a:solidFill>
                <a:latin typeface="DejaVu Sans"/>
                <a:ea typeface="DejaVu Sans"/>
                <a:cs typeface="DejaVu Sans"/>
              </a:rPr>
              <a:t>No personal identifier, biometric record, or individual clock-out timestamp is attached to feedback.</a:t>
            </a:r>
          </a:p>
        </p:txBody>
      </p:sp>
      <p:sp>
        <p:nvSpPr>
          <p:cNvPr id="5" name="Rectangle 4">
            <a:extLst>
              <a:ext uri="{FF2B5EF4-FFF2-40B4-BE49-F238E27FC236}">
                <a16:creationId xmlns:a16="http://schemas.microsoft.com/office/drawing/2014/main" id="{2C2FB836-F4DB-415D-9D4F-421E8E2B9AD3}"/>
              </a:ext>
            </a:extLst>
          </p:cNvPr>
          <p:cNvSpPr>
            <a:spLocks noGrp="1"/>
          </p:cNvSpPr>
          <p:nvPr/>
        </p:nvSpPr>
        <p:spPr>
          <a:xfrm>
            <a:off x="714375" y="4048125"/>
            <a:ext cx="4476750" cy="523875"/>
          </a:xfrm>
          <a:prstGeom prst="rect">
            <a:avLst/>
          </a:prstGeom>
          <a:noFill/>
          <a:ln w="0">
            <a:noFill/>
          </a:ln>
        </p:spPr>
        <p:txBody>
          <a:bodyPr anchor="ctr">
            <a:noAutofit/>
          </a:bodyPr>
          <a:lstStyle/>
          <a:p>
            <a:pPr>
              <a:defRPr sz="2550" b="1">
                <a:solidFill>
                  <a:srgbClr val="132B46"/>
                </a:solidFill>
                <a:latin typeface="DejaVu Sans"/>
                <a:ea typeface="DejaVu Sans"/>
                <a:cs typeface="DejaVu Sans"/>
              </a:defRPr>
            </a:pPr>
            <a:r>
              <a:rPr sz="2550" b="1">
                <a:solidFill>
                  <a:srgbClr val="132B46"/>
                </a:solidFill>
                <a:latin typeface="DejaVu Sans"/>
                <a:ea typeface="DejaVu Sans"/>
                <a:cs typeface="DejaVu Sans"/>
              </a:rPr>
              <a:t>Open questions</a:t>
            </a:r>
          </a:p>
        </p:txBody>
      </p:sp>
      <p:sp>
        <p:nvSpPr>
          <p:cNvPr id="6" name="Rectangle 5">
            <a:extLst>
              <a:ext uri="{FF2B5EF4-FFF2-40B4-BE49-F238E27FC236}">
                <a16:creationId xmlns:a16="http://schemas.microsoft.com/office/drawing/2014/main" id="{7736E4D3-1C3E-4582-BACB-32435984CCB9}"/>
              </a:ext>
            </a:extLst>
          </p:cNvPr>
          <p:cNvSpPr>
            <a:spLocks noGrp="1"/>
          </p:cNvSpPr>
          <p:nvPr/>
        </p:nvSpPr>
        <p:spPr>
          <a:xfrm>
            <a:off x="714375" y="4638675"/>
            <a:ext cx="10287000" cy="1162050"/>
          </a:xfrm>
          <a:prstGeom prst="rect">
            <a:avLst/>
          </a:prstGeom>
          <a:noFill/>
          <a:ln w="0">
            <a:noFill/>
          </a:ln>
        </p:spPr>
        <p:txBody>
          <a:bodyPr anchor="ctr">
            <a:noAutofit/>
          </a:bodyPr>
          <a:lstStyle/>
          <a:p>
            <a:pPr>
              <a:defRPr sz="1950" b="0">
                <a:solidFill>
                  <a:srgbClr val="45607A"/>
                </a:solidFill>
                <a:latin typeface="DejaVu Sans"/>
                <a:ea typeface="DejaVu Sans"/>
                <a:cs typeface="DejaVu Sans"/>
              </a:defRPr>
            </a:pPr>
            <a:r>
              <a:rPr sz="1950" b="0">
                <a:solidFill>
                  <a:srgbClr val="45607A"/>
                </a:solidFill>
                <a:latin typeface="DejaVu Sans"/>
                <a:ea typeface="DejaVu Sans"/>
                <a:cs typeface="DejaVu Sans"/>
              </a:rPr>
              <a:t>Local law, retention, urgent incidents, physical privacy, and supplier consent need specialist review.</a:t>
            </a:r>
          </a:p>
        </p:txBody>
      </p:sp>
    </p:spTree>
    <p:extLst>
      <p:ext uri="{BB962C8B-B14F-4D97-AF65-F5344CB8AC3E}">
        <p14:creationId xmlns:p14="http://schemas.microsoft.com/office/powerpoint/2010/main" val="261202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D5AD67-C550-A911-8194-2ECC636FFD8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6C3EECF-31BC-1942-BE1B-FE28F49F9A92}"/>
              </a:ext>
            </a:extLst>
          </p:cNvPr>
          <p:cNvSpPr>
            <a:spLocks noGrp="1"/>
          </p:cNvSpPr>
          <p:nvPr/>
        </p:nvSpPr>
        <p:spPr>
          <a:xfrm>
            <a:off x="666750" y="533400"/>
            <a:ext cx="10858500" cy="952500"/>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en-US" sz="3150" b="1">
                <a:solidFill>
                  <a:srgbClr val="132B46"/>
                </a:solidFill>
                <a:latin typeface="DejaVu Sans"/>
              </a:rPr>
              <a:t>Sustainability dimension</a:t>
            </a:r>
            <a:endParaRPr lang="en-US"/>
          </a:p>
        </p:txBody>
      </p:sp>
      <p:sp>
        <p:nvSpPr>
          <p:cNvPr id="3" name="Rectangle 2">
            <a:extLst>
              <a:ext uri="{FF2B5EF4-FFF2-40B4-BE49-F238E27FC236}">
                <a16:creationId xmlns:a16="http://schemas.microsoft.com/office/drawing/2014/main" id="{18C69E7E-74E7-B97F-168F-0B239D70C2D8}"/>
              </a:ext>
            </a:extLst>
          </p:cNvPr>
          <p:cNvSpPr>
            <a:spLocks noGrp="1"/>
          </p:cNvSpPr>
          <p:nvPr/>
        </p:nvSpPr>
        <p:spPr>
          <a:xfrm>
            <a:off x="714375" y="1825625"/>
            <a:ext cx="4476750" cy="533400"/>
          </a:xfrm>
          <a:prstGeom prst="rect">
            <a:avLst/>
          </a:prstGeom>
          <a:noFill/>
          <a:ln w="0">
            <a:noFill/>
          </a:ln>
        </p:spPr>
        <p:txBody>
          <a:bodyPr lIns="91440" tIns="45720" rIns="91440" bIns="45720" anchor="ctr">
            <a:noAutofit/>
          </a:bodyPr>
          <a:lstStyle/>
          <a:p>
            <a:pPr marL="342900" indent="-342900">
              <a:buFont typeface="Arial"/>
              <a:buChar char="•"/>
              <a:defRPr sz="2475" b="1">
                <a:solidFill>
                  <a:srgbClr val="132B46"/>
                </a:solidFill>
                <a:latin typeface="DejaVu Sans"/>
                <a:ea typeface="DejaVu Sans"/>
                <a:cs typeface="DejaVu Sans"/>
              </a:defRPr>
            </a:pPr>
            <a:r>
              <a:rPr lang="en-US" sz="2450"/>
              <a:t>Increased agency</a:t>
            </a:r>
          </a:p>
        </p:txBody>
      </p:sp>
      <p:sp>
        <p:nvSpPr>
          <p:cNvPr id="4" name="Rectangle 3">
            <a:extLst>
              <a:ext uri="{FF2B5EF4-FFF2-40B4-BE49-F238E27FC236}">
                <a16:creationId xmlns:a16="http://schemas.microsoft.com/office/drawing/2014/main" id="{4B6F1014-6DEA-BBCB-D215-2822E5037656}"/>
              </a:ext>
            </a:extLst>
          </p:cNvPr>
          <p:cNvSpPr>
            <a:spLocks noGrp="1"/>
          </p:cNvSpPr>
          <p:nvPr/>
        </p:nvSpPr>
        <p:spPr>
          <a:xfrm>
            <a:off x="714375" y="2601790"/>
            <a:ext cx="10382250" cy="523875"/>
          </a:xfrm>
          <a:prstGeom prst="rect">
            <a:avLst/>
          </a:prstGeom>
          <a:noFill/>
          <a:ln w="0">
            <a:noFill/>
          </a:ln>
        </p:spPr>
        <p:txBody>
          <a:bodyPr lIns="91440" tIns="45720" rIns="91440" bIns="45720" anchor="ctr">
            <a:noAutofit/>
          </a:bodyPr>
          <a:lstStyle/>
          <a:p>
            <a:pPr>
              <a:defRPr sz="1875" b="0">
                <a:solidFill>
                  <a:srgbClr val="45607A"/>
                </a:solidFill>
                <a:latin typeface="DejaVu Sans"/>
                <a:ea typeface="DejaVu Sans"/>
                <a:cs typeface="DejaVu Sans"/>
              </a:defRPr>
            </a:pPr>
            <a:endParaRPr lang="en-US" sz="1850"/>
          </a:p>
        </p:txBody>
      </p:sp>
      <p:sp>
        <p:nvSpPr>
          <p:cNvPr id="5" name="Rectangle 4">
            <a:extLst>
              <a:ext uri="{FF2B5EF4-FFF2-40B4-BE49-F238E27FC236}">
                <a16:creationId xmlns:a16="http://schemas.microsoft.com/office/drawing/2014/main" id="{447972F0-E806-D9B7-6430-F00032DDCD9C}"/>
              </a:ext>
            </a:extLst>
          </p:cNvPr>
          <p:cNvSpPr>
            <a:spLocks noGrp="1"/>
          </p:cNvSpPr>
          <p:nvPr/>
        </p:nvSpPr>
        <p:spPr>
          <a:xfrm>
            <a:off x="714375" y="3314700"/>
            <a:ext cx="5776057" cy="582246"/>
          </a:xfrm>
          <a:prstGeom prst="rect">
            <a:avLst/>
          </a:prstGeom>
          <a:noFill/>
          <a:ln w="0">
            <a:noFill/>
          </a:ln>
        </p:spPr>
        <p:txBody>
          <a:bodyPr lIns="91440" tIns="45720" rIns="91440" bIns="45720" anchor="ctr">
            <a:noAutofit/>
          </a:bodyPr>
          <a:lstStyle/>
          <a:p>
            <a:pPr marL="342900" indent="-342900">
              <a:buFont typeface="Arial"/>
              <a:buChar char="•"/>
              <a:defRPr sz="2475" b="1">
                <a:solidFill>
                  <a:srgbClr val="132B46"/>
                </a:solidFill>
                <a:latin typeface="DejaVu Sans"/>
                <a:ea typeface="DejaVu Sans"/>
                <a:cs typeface="DejaVu Sans"/>
              </a:defRPr>
            </a:pPr>
            <a:r>
              <a:rPr lang="en-US" sz="2450"/>
              <a:t>Strengthen trust and communication</a:t>
            </a:r>
          </a:p>
        </p:txBody>
      </p:sp>
      <p:sp>
        <p:nvSpPr>
          <p:cNvPr id="6" name="Rectangle 5">
            <a:extLst>
              <a:ext uri="{FF2B5EF4-FFF2-40B4-BE49-F238E27FC236}">
                <a16:creationId xmlns:a16="http://schemas.microsoft.com/office/drawing/2014/main" id="{FDE3B220-D26B-B09D-2821-71E353F5813F}"/>
              </a:ext>
            </a:extLst>
          </p:cNvPr>
          <p:cNvSpPr>
            <a:spLocks noGrp="1"/>
          </p:cNvSpPr>
          <p:nvPr/>
        </p:nvSpPr>
        <p:spPr>
          <a:xfrm>
            <a:off x="714375" y="3905250"/>
            <a:ext cx="10382250" cy="523875"/>
          </a:xfrm>
          <a:prstGeom prst="rect">
            <a:avLst/>
          </a:prstGeom>
          <a:noFill/>
          <a:ln w="0">
            <a:noFill/>
          </a:ln>
        </p:spPr>
        <p:txBody>
          <a:bodyPr lIns="91440" tIns="45720" rIns="91440" bIns="45720" anchor="ctr">
            <a:noAutofit/>
          </a:bodyPr>
          <a:lstStyle/>
          <a:p>
            <a:pPr>
              <a:defRPr sz="1875" b="0">
                <a:solidFill>
                  <a:srgbClr val="45607A"/>
                </a:solidFill>
                <a:latin typeface="DejaVu Sans"/>
                <a:ea typeface="DejaVu Sans"/>
                <a:cs typeface="DejaVu Sans"/>
              </a:defRPr>
            </a:pPr>
            <a:endParaRPr lang="en-US" sz="1850"/>
          </a:p>
        </p:txBody>
      </p:sp>
      <p:sp>
        <p:nvSpPr>
          <p:cNvPr id="7" name="Rectangle 6">
            <a:extLst>
              <a:ext uri="{FF2B5EF4-FFF2-40B4-BE49-F238E27FC236}">
                <a16:creationId xmlns:a16="http://schemas.microsoft.com/office/drawing/2014/main" id="{DE9DC82D-8D95-4026-4D7F-496198CD76BC}"/>
              </a:ext>
            </a:extLst>
          </p:cNvPr>
          <p:cNvSpPr>
            <a:spLocks noGrp="1"/>
          </p:cNvSpPr>
          <p:nvPr/>
        </p:nvSpPr>
        <p:spPr>
          <a:xfrm>
            <a:off x="714375" y="4676775"/>
            <a:ext cx="4953000" cy="533400"/>
          </a:xfrm>
          <a:prstGeom prst="rect">
            <a:avLst/>
          </a:prstGeom>
          <a:noFill/>
          <a:ln w="0">
            <a:noFill/>
          </a:ln>
        </p:spPr>
        <p:txBody>
          <a:bodyPr lIns="91440" tIns="45720" rIns="91440" bIns="45720" anchor="ctr">
            <a:noAutofit/>
          </a:bodyPr>
          <a:lstStyle/>
          <a:p>
            <a:pPr marL="342900" indent="-342900">
              <a:buFont typeface="Arial"/>
              <a:buChar char="•"/>
              <a:defRPr sz="2475" b="1">
                <a:solidFill>
                  <a:srgbClr val="132B46"/>
                </a:solidFill>
                <a:latin typeface="DejaVu Sans"/>
                <a:ea typeface="DejaVu Sans"/>
                <a:cs typeface="DejaVu Sans"/>
              </a:defRPr>
            </a:pPr>
            <a:r>
              <a:rPr lang="en-US" sz="2450"/>
              <a:t>Economically sound solution</a:t>
            </a:r>
          </a:p>
        </p:txBody>
      </p:sp>
      <p:sp>
        <p:nvSpPr>
          <p:cNvPr id="8" name="Rectangle 7">
            <a:extLst>
              <a:ext uri="{FF2B5EF4-FFF2-40B4-BE49-F238E27FC236}">
                <a16:creationId xmlns:a16="http://schemas.microsoft.com/office/drawing/2014/main" id="{5623E28D-6FC9-61E8-58B6-45E20C609F0D}"/>
              </a:ext>
            </a:extLst>
          </p:cNvPr>
          <p:cNvSpPr>
            <a:spLocks noGrp="1"/>
          </p:cNvSpPr>
          <p:nvPr/>
        </p:nvSpPr>
        <p:spPr>
          <a:xfrm>
            <a:off x="714375" y="5267325"/>
            <a:ext cx="10382250" cy="600075"/>
          </a:xfrm>
          <a:prstGeom prst="rect">
            <a:avLst/>
          </a:prstGeom>
          <a:noFill/>
          <a:ln w="0">
            <a:noFill/>
          </a:ln>
        </p:spPr>
        <p:txBody>
          <a:bodyPr lIns="91440" tIns="45720" rIns="91440" bIns="45720" anchor="ctr">
            <a:noAutofit/>
          </a:bodyPr>
          <a:lstStyle/>
          <a:p>
            <a:pPr>
              <a:defRPr sz="1875" b="0">
                <a:solidFill>
                  <a:srgbClr val="45607A"/>
                </a:solidFill>
                <a:latin typeface="DejaVu Sans"/>
                <a:ea typeface="DejaVu Sans"/>
                <a:cs typeface="DejaVu Sans"/>
              </a:defRPr>
            </a:pPr>
            <a:endParaRPr lang="en-US" sz="1850"/>
          </a:p>
        </p:txBody>
      </p:sp>
    </p:spTree>
    <p:extLst>
      <p:ext uri="{BB962C8B-B14F-4D97-AF65-F5344CB8AC3E}">
        <p14:creationId xmlns:p14="http://schemas.microsoft.com/office/powerpoint/2010/main" val="3228416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1E6FE-FEB1-E459-C77E-E198D533D16F}"/>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62BE39A-1B64-BDA4-0B58-B03E1742844B}"/>
              </a:ext>
            </a:extLst>
          </p:cNvPr>
          <p:cNvSpPr>
            <a:spLocks noGrp="1"/>
          </p:cNvSpPr>
          <p:nvPr/>
        </p:nvSpPr>
        <p:spPr>
          <a:xfrm>
            <a:off x="666750" y="533400"/>
            <a:ext cx="10858500" cy="952500"/>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sv-SE" sz="3150" b="1">
                <a:solidFill>
                  <a:srgbClr val="132B46"/>
                </a:solidFill>
                <a:latin typeface="DejaVu Sans"/>
              </a:rPr>
              <a:t>Technical Dimension</a:t>
            </a:r>
            <a:endParaRPr lang="sv-SE"/>
          </a:p>
        </p:txBody>
      </p:sp>
      <p:sp>
        <p:nvSpPr>
          <p:cNvPr id="4" name="Rectangle 3">
            <a:extLst>
              <a:ext uri="{FF2B5EF4-FFF2-40B4-BE49-F238E27FC236}">
                <a16:creationId xmlns:a16="http://schemas.microsoft.com/office/drawing/2014/main" id="{7004A6DA-1024-8972-BAC1-C9B453FAB327}"/>
              </a:ext>
            </a:extLst>
          </p:cNvPr>
          <p:cNvSpPr>
            <a:spLocks noGrp="1"/>
          </p:cNvSpPr>
          <p:nvPr/>
        </p:nvSpPr>
        <p:spPr>
          <a:xfrm>
            <a:off x="670426" y="1479550"/>
            <a:ext cx="4727575" cy="4974055"/>
          </a:xfrm>
          <a:prstGeom prst="rect">
            <a:avLst/>
          </a:prstGeom>
          <a:noFill/>
          <a:ln w="0">
            <a:noFill/>
          </a:ln>
        </p:spPr>
        <p:txBody>
          <a:bodyPr lIns="91440" tIns="45720" rIns="91440" bIns="45720" anchor="ctr">
            <a:noAutofit/>
          </a:bodyPr>
          <a:lstStyle/>
          <a:p>
            <a:pPr marL="342900" indent="-342900">
              <a:buFont typeface="Arial"/>
              <a:buChar char="•"/>
              <a:defRPr sz="2175" b="0">
                <a:solidFill>
                  <a:srgbClr val="132B46"/>
                </a:solidFill>
                <a:latin typeface="DejaVu Sans"/>
                <a:ea typeface="DejaVu Sans"/>
                <a:cs typeface="DejaVu Sans"/>
              </a:defRPr>
            </a:pPr>
            <a:r>
              <a:rPr lang="en-GB" sz="2150">
                <a:latin typeface="Aptos"/>
              </a:rPr>
              <a:t>Maintained by IKEA, suppliers and clock-in system provider</a:t>
            </a: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a:latin typeface="Aptos"/>
              </a:rPr>
              <a:t>Challenges: technical failures, cybersecurity and scaling</a:t>
            </a: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a:latin typeface="Aptos"/>
              </a:rPr>
              <a:t>Modular feedback feature</a:t>
            </a:r>
          </a:p>
        </p:txBody>
      </p:sp>
    </p:spTree>
    <p:extLst>
      <p:ext uri="{BB962C8B-B14F-4D97-AF65-F5344CB8AC3E}">
        <p14:creationId xmlns:p14="http://schemas.microsoft.com/office/powerpoint/2010/main" val="33816936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8F333-F3BA-7EF5-B932-72D09D045EF6}"/>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6D44BF0-2BEE-8C83-8CBD-D9D1D49AE614}"/>
              </a:ext>
            </a:extLst>
          </p:cNvPr>
          <p:cNvSpPr>
            <a:spLocks noGrp="1"/>
          </p:cNvSpPr>
          <p:nvPr/>
        </p:nvSpPr>
        <p:spPr>
          <a:xfrm>
            <a:off x="666750" y="533400"/>
            <a:ext cx="10858500" cy="952500"/>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sv-SE" sz="3150" b="1">
                <a:solidFill>
                  <a:srgbClr val="132B46"/>
                </a:solidFill>
                <a:latin typeface="DejaVu Sans"/>
              </a:rPr>
              <a:t>Environmental Dimension</a:t>
            </a:r>
            <a:endParaRPr lang="sv-SE"/>
          </a:p>
        </p:txBody>
      </p:sp>
      <p:sp>
        <p:nvSpPr>
          <p:cNvPr id="4" name="Rectangle 3">
            <a:extLst>
              <a:ext uri="{FF2B5EF4-FFF2-40B4-BE49-F238E27FC236}">
                <a16:creationId xmlns:a16="http://schemas.microsoft.com/office/drawing/2014/main" id="{88DB73F6-91B0-7623-C031-440F9A886083}"/>
              </a:ext>
            </a:extLst>
          </p:cNvPr>
          <p:cNvSpPr>
            <a:spLocks noGrp="1"/>
          </p:cNvSpPr>
          <p:nvPr/>
        </p:nvSpPr>
        <p:spPr>
          <a:xfrm>
            <a:off x="670426" y="1653339"/>
            <a:ext cx="4727575" cy="3557003"/>
          </a:xfrm>
          <a:prstGeom prst="rect">
            <a:avLst/>
          </a:prstGeom>
          <a:noFill/>
          <a:ln w="0">
            <a:noFill/>
          </a:ln>
        </p:spPr>
        <p:txBody>
          <a:bodyPr lIns="91440" tIns="45720" rIns="91440" bIns="45720" anchor="ctr">
            <a:noAutofit/>
          </a:bodyPr>
          <a:lstStyle/>
          <a:p>
            <a:pPr marL="342900" indent="-342900">
              <a:buFont typeface="Arial"/>
              <a:buChar char="•"/>
              <a:defRPr sz="2175" b="0">
                <a:solidFill>
                  <a:srgbClr val="132B46"/>
                </a:solidFill>
                <a:latin typeface="DejaVu Sans"/>
                <a:ea typeface="DejaVu Sans"/>
                <a:cs typeface="DejaVu Sans"/>
              </a:defRPr>
            </a:pPr>
            <a:r>
              <a:rPr lang="en-GB" sz="2150">
                <a:latin typeface="Aptos"/>
              </a:rPr>
              <a:t>Low energy and storage needs</a:t>
            </a:r>
            <a:endParaRPr lang="sv-SE" sz="2150"/>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a:latin typeface="Aptos"/>
              </a:rPr>
              <a:t>Refurbished tablets and recycling</a:t>
            </a:r>
            <a:endParaRPr lang="en-GB"/>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p:txBody>
      </p:sp>
    </p:spTree>
    <p:extLst>
      <p:ext uri="{BB962C8B-B14F-4D97-AF65-F5344CB8AC3E}">
        <p14:creationId xmlns:p14="http://schemas.microsoft.com/office/powerpoint/2010/main" val="12749814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8E9490-529A-7DC9-8818-0CFA12EEDEDD}"/>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2B2DCAD7-D491-0E2A-4BB1-F762F211222A}"/>
              </a:ext>
            </a:extLst>
          </p:cNvPr>
          <p:cNvSpPr>
            <a:spLocks noGrp="1"/>
          </p:cNvSpPr>
          <p:nvPr/>
        </p:nvSpPr>
        <p:spPr>
          <a:xfrm>
            <a:off x="666750" y="533400"/>
            <a:ext cx="10858500" cy="952500"/>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sv-SE" sz="3150" b="1" err="1">
                <a:solidFill>
                  <a:srgbClr val="132B46"/>
                </a:solidFill>
                <a:latin typeface="DejaVu Sans"/>
              </a:rPr>
              <a:t>Individual</a:t>
            </a:r>
            <a:r>
              <a:rPr lang="sv-SE" sz="3150" b="1">
                <a:solidFill>
                  <a:srgbClr val="132B46"/>
                </a:solidFill>
                <a:latin typeface="DejaVu Sans"/>
              </a:rPr>
              <a:t> Dimension</a:t>
            </a:r>
            <a:endParaRPr lang="sv-SE"/>
          </a:p>
        </p:txBody>
      </p:sp>
      <p:sp>
        <p:nvSpPr>
          <p:cNvPr id="4" name="Rectangle 3">
            <a:extLst>
              <a:ext uri="{FF2B5EF4-FFF2-40B4-BE49-F238E27FC236}">
                <a16:creationId xmlns:a16="http://schemas.microsoft.com/office/drawing/2014/main" id="{29DC469E-6C09-544B-11B9-D5AB132F251C}"/>
              </a:ext>
            </a:extLst>
          </p:cNvPr>
          <p:cNvSpPr>
            <a:spLocks noGrp="1"/>
          </p:cNvSpPr>
          <p:nvPr/>
        </p:nvSpPr>
        <p:spPr>
          <a:xfrm>
            <a:off x="670426" y="1653339"/>
            <a:ext cx="4727575" cy="3557003"/>
          </a:xfrm>
          <a:prstGeom prst="rect">
            <a:avLst/>
          </a:prstGeom>
          <a:noFill/>
          <a:ln w="0">
            <a:noFill/>
          </a:ln>
        </p:spPr>
        <p:txBody>
          <a:bodyPr lIns="91440" tIns="45720" rIns="91440" bIns="45720" anchor="ctr">
            <a:noAutofit/>
          </a:bodyPr>
          <a:lstStyle/>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a:latin typeface="Aptos"/>
              </a:rPr>
              <a:t>Direct Access</a:t>
            </a: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a:latin typeface="Aptos"/>
              </a:rPr>
              <a:t>Zero Traceability</a:t>
            </a: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a:latin typeface="Aptos"/>
              </a:rPr>
              <a:t>Retaliation-Free</a:t>
            </a: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a:latin typeface="Aptos"/>
              </a:rPr>
              <a:t>Actionable Change</a:t>
            </a:r>
            <a:endParaRPr lang="sv-SE" sz="2150"/>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a:defRPr sz="2175" b="0">
                <a:solidFill>
                  <a:srgbClr val="132B46"/>
                </a:solidFill>
                <a:latin typeface="DejaVu Sans"/>
                <a:ea typeface="DejaVu Sans"/>
                <a:cs typeface="DejaVu Sans"/>
              </a:defRPr>
            </a:pPr>
            <a:endParaRPr lang="en-GB"/>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p:txBody>
      </p:sp>
    </p:spTree>
    <p:extLst>
      <p:ext uri="{BB962C8B-B14F-4D97-AF65-F5344CB8AC3E}">
        <p14:creationId xmlns:p14="http://schemas.microsoft.com/office/powerpoint/2010/main" val="28596259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506652-932C-AB67-50DA-8AE8902A7FD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8BAE2664-06EB-433B-36BA-8BCFDE9F4B12}"/>
              </a:ext>
            </a:extLst>
          </p:cNvPr>
          <p:cNvSpPr>
            <a:spLocks noGrp="1"/>
          </p:cNvSpPr>
          <p:nvPr/>
        </p:nvSpPr>
        <p:spPr>
          <a:xfrm>
            <a:off x="666750" y="533400"/>
            <a:ext cx="10858500" cy="952500"/>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sv-SE"/>
              <a:t>Order </a:t>
            </a:r>
            <a:r>
              <a:rPr lang="sv-SE" dirty="0" err="1"/>
              <a:t>of</a:t>
            </a:r>
            <a:r>
              <a:rPr lang="sv-SE"/>
              <a:t> Effects</a:t>
            </a:r>
          </a:p>
        </p:txBody>
      </p:sp>
      <p:sp>
        <p:nvSpPr>
          <p:cNvPr id="4" name="Rectangle 3">
            <a:extLst>
              <a:ext uri="{FF2B5EF4-FFF2-40B4-BE49-F238E27FC236}">
                <a16:creationId xmlns:a16="http://schemas.microsoft.com/office/drawing/2014/main" id="{9A2FA9D0-BA7B-F09F-7901-E515A252D91A}"/>
              </a:ext>
            </a:extLst>
          </p:cNvPr>
          <p:cNvSpPr>
            <a:spLocks noGrp="1"/>
          </p:cNvSpPr>
          <p:nvPr/>
        </p:nvSpPr>
        <p:spPr>
          <a:xfrm>
            <a:off x="670426" y="1653339"/>
            <a:ext cx="4727575" cy="3557003"/>
          </a:xfrm>
          <a:prstGeom prst="rect">
            <a:avLst/>
          </a:prstGeom>
          <a:noFill/>
          <a:ln w="0">
            <a:noFill/>
          </a:ln>
        </p:spPr>
        <p:txBody>
          <a:bodyPr lIns="91440" tIns="45720" rIns="91440" bIns="45720" anchor="ctr">
            <a:noAutofit/>
          </a:bodyPr>
          <a:lstStyle/>
          <a:p>
            <a:pPr marL="342900" indent="-342900">
              <a:buFont typeface="Arial"/>
              <a:buChar char="•"/>
              <a:defRPr sz="2175" b="0">
                <a:solidFill>
                  <a:srgbClr val="132B46"/>
                </a:solidFill>
                <a:latin typeface="DejaVu Sans"/>
                <a:ea typeface="DejaVu Sans"/>
                <a:cs typeface="DejaVu Sans"/>
              </a:defRPr>
            </a:pPr>
            <a:endParaRPr lang="en-GB" sz="2150" dirty="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r>
              <a:rPr lang="en-GB" sz="2150" dirty="0">
                <a:latin typeface="Aptos"/>
              </a:rPr>
              <a:t>Immediate effects</a:t>
            </a:r>
          </a:p>
          <a:p>
            <a:pPr marL="342900" indent="-342900">
              <a:buFont typeface="Arial"/>
              <a:buChar char="•"/>
              <a:defRPr sz="2175" b="0">
                <a:solidFill>
                  <a:srgbClr val="132B46"/>
                </a:solidFill>
                <a:latin typeface="DejaVu Sans"/>
                <a:ea typeface="DejaVu Sans"/>
                <a:cs typeface="DejaVu Sans"/>
              </a:defRPr>
            </a:pPr>
            <a:endParaRPr lang="sv-SE" sz="2150" dirty="0"/>
          </a:p>
          <a:p>
            <a:pPr marL="342900" indent="-342900">
              <a:buFont typeface="Arial"/>
              <a:buChar char="•"/>
              <a:defRPr sz="2175" b="0">
                <a:solidFill>
                  <a:srgbClr val="132B46"/>
                </a:solidFill>
                <a:latin typeface="DejaVu Sans"/>
                <a:ea typeface="DejaVu Sans"/>
                <a:cs typeface="DejaVu Sans"/>
              </a:defRPr>
            </a:pPr>
            <a:r>
              <a:rPr lang="en-GB" sz="2150" dirty="0">
                <a:latin typeface="Aptos"/>
              </a:rPr>
              <a:t>Enabling effects</a:t>
            </a:r>
          </a:p>
          <a:p>
            <a:pPr marL="342900" indent="-342900">
              <a:buFont typeface="Arial"/>
              <a:buChar char="•"/>
              <a:defRPr sz="2175" b="0">
                <a:solidFill>
                  <a:srgbClr val="132B46"/>
                </a:solidFill>
                <a:latin typeface="DejaVu Sans"/>
                <a:ea typeface="DejaVu Sans"/>
                <a:cs typeface="DejaVu Sans"/>
              </a:defRPr>
            </a:pPr>
            <a:endParaRPr lang="en-GB" sz="2150" dirty="0">
              <a:latin typeface="Aptos"/>
            </a:endParaRPr>
          </a:p>
          <a:p>
            <a:pPr marL="342900" indent="-342900">
              <a:buFont typeface="Arial"/>
              <a:buChar char="•"/>
              <a:defRPr sz="2175" b="0">
                <a:solidFill>
                  <a:srgbClr val="132B46"/>
                </a:solidFill>
                <a:latin typeface="DejaVu Sans"/>
                <a:ea typeface="DejaVu Sans"/>
                <a:cs typeface="DejaVu Sans"/>
              </a:defRPr>
            </a:pPr>
            <a:r>
              <a:rPr lang="en-GB" sz="2150" dirty="0">
                <a:latin typeface="Aptos"/>
              </a:rPr>
              <a:t>Structural effects</a:t>
            </a:r>
          </a:p>
          <a:p>
            <a:pPr marL="342900" indent="-342900">
              <a:buFont typeface="Arial"/>
              <a:buChar char="•"/>
              <a:defRPr sz="2175" b="0">
                <a:solidFill>
                  <a:srgbClr val="132B46"/>
                </a:solidFill>
                <a:latin typeface="DejaVu Sans"/>
                <a:ea typeface="DejaVu Sans"/>
                <a:cs typeface="DejaVu Sans"/>
              </a:defRPr>
            </a:pPr>
            <a:endParaRPr lang="en-GB" sz="2150" dirty="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dirty="0">
              <a:latin typeface="Aptos"/>
            </a:endParaRPr>
          </a:p>
          <a:p>
            <a:pPr>
              <a:defRPr sz="2175" b="0">
                <a:solidFill>
                  <a:srgbClr val="132B46"/>
                </a:solidFill>
                <a:latin typeface="DejaVu Sans"/>
                <a:ea typeface="DejaVu Sans"/>
                <a:cs typeface="DejaVu Sans"/>
              </a:defRPr>
            </a:pPr>
            <a:endParaRPr lang="en-GB" dirty="0"/>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a:p>
            <a:pPr marL="342900" indent="-342900">
              <a:buFont typeface="Arial"/>
              <a:buChar char="•"/>
              <a:defRPr sz="2175" b="0">
                <a:solidFill>
                  <a:srgbClr val="132B46"/>
                </a:solidFill>
                <a:latin typeface="DejaVu Sans"/>
                <a:ea typeface="DejaVu Sans"/>
                <a:cs typeface="DejaVu Sans"/>
              </a:defRPr>
            </a:pPr>
            <a:endParaRPr lang="en-GB" sz="2150">
              <a:latin typeface="Aptos"/>
            </a:endParaRPr>
          </a:p>
        </p:txBody>
      </p:sp>
    </p:spTree>
    <p:extLst>
      <p:ext uri="{BB962C8B-B14F-4D97-AF65-F5344CB8AC3E}">
        <p14:creationId xmlns:p14="http://schemas.microsoft.com/office/powerpoint/2010/main" val="369355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74C554-CAEB-5FB7-D651-CB4DAA3DF732}"/>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9D425F79-A155-9E2C-B728-05E699AB421E}"/>
              </a:ext>
            </a:extLst>
          </p:cNvPr>
          <p:cNvSpPr>
            <a:spLocks noGrp="1"/>
          </p:cNvSpPr>
          <p:nvPr/>
        </p:nvSpPr>
        <p:spPr>
          <a:xfrm>
            <a:off x="4094451" y="2723284"/>
            <a:ext cx="4003098" cy="1411432"/>
          </a:xfrm>
          <a:prstGeom prst="rect">
            <a:avLst/>
          </a:prstGeom>
          <a:noFill/>
          <a:ln w="0">
            <a:noFill/>
          </a:ln>
        </p:spPr>
        <p:txBody>
          <a:bodyPr lIns="91440" tIns="45720" rIns="91440" bIns="45720" anchor="ctr">
            <a:noAutofit/>
          </a:bodyPr>
          <a:lstStyle/>
          <a:p>
            <a:pPr>
              <a:defRPr sz="3150" b="1">
                <a:solidFill>
                  <a:srgbClr val="132B46"/>
                </a:solidFill>
                <a:latin typeface="DejaVu Sans"/>
                <a:ea typeface="DejaVu Sans"/>
                <a:cs typeface="DejaVu Sans"/>
              </a:defRPr>
            </a:pPr>
            <a:r>
              <a:rPr lang="sv-SE" sz="8000" dirty="0">
                <a:hlinkClick r:id="rId3"/>
              </a:rPr>
              <a:t>Demo</a:t>
            </a:r>
            <a:endParaRPr lang="sv-SE" sz="8000" dirty="0"/>
          </a:p>
        </p:txBody>
      </p:sp>
    </p:spTree>
    <p:extLst>
      <p:ext uri="{BB962C8B-B14F-4D97-AF65-F5344CB8AC3E}">
        <p14:creationId xmlns:p14="http://schemas.microsoft.com/office/powerpoint/2010/main" val="27817286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ruta 2">
            <a:extLst>
              <a:ext uri="{FF2B5EF4-FFF2-40B4-BE49-F238E27FC236}">
                <a16:creationId xmlns:a16="http://schemas.microsoft.com/office/drawing/2014/main" id="{65CEE472-96F3-02E8-0126-DD32F95730BC}"/>
              </a:ext>
            </a:extLst>
          </p:cNvPr>
          <p:cNvSpPr txBox="1"/>
          <p:nvPr/>
        </p:nvSpPr>
        <p:spPr>
          <a:xfrm>
            <a:off x="773126" y="831211"/>
            <a:ext cx="10395185" cy="57708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sv-SE" sz="3150" b="1">
                <a:solidFill>
                  <a:schemeClr val="tx2"/>
                </a:solidFill>
                <a:latin typeface="DejaVu Sans"/>
              </a:rPr>
              <a:t>From data to action</a:t>
            </a:r>
            <a:endParaRPr lang="sv-SE" b="1">
              <a:solidFill>
                <a:schemeClr val="tx2"/>
              </a:solidFill>
            </a:endParaRPr>
          </a:p>
        </p:txBody>
      </p:sp>
      <p:sp>
        <p:nvSpPr>
          <p:cNvPr id="4" name="textruta 3">
            <a:extLst>
              <a:ext uri="{FF2B5EF4-FFF2-40B4-BE49-F238E27FC236}">
                <a16:creationId xmlns:a16="http://schemas.microsoft.com/office/drawing/2014/main" id="{8CFF5E9D-F28A-CB66-AB45-CE33E01FB89A}"/>
              </a:ext>
            </a:extLst>
          </p:cNvPr>
          <p:cNvSpPr txBox="1"/>
          <p:nvPr/>
        </p:nvSpPr>
        <p:spPr>
          <a:xfrm>
            <a:off x="773126" y="1983425"/>
            <a:ext cx="3826087" cy="16312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buFont typeface="Arial"/>
              <a:buChar char="•"/>
            </a:pPr>
            <a:r>
              <a:rPr lang="sv-SE" sz="2000">
                <a:latin typeface="DejaVu Sans"/>
              </a:rPr>
              <a:t>Identify trends</a:t>
            </a:r>
          </a:p>
          <a:p>
            <a:pPr marL="342900" indent="-342900">
              <a:buFont typeface="Arial"/>
              <a:buChar char="•"/>
            </a:pPr>
            <a:endParaRPr lang="sv-SE" sz="2000">
              <a:latin typeface="DejaVu Sans"/>
              <a:ea typeface="+mn-lt"/>
              <a:cs typeface="+mn-lt"/>
            </a:endParaRPr>
          </a:p>
          <a:p>
            <a:pPr marL="342900" indent="-342900">
              <a:buFont typeface="Arial"/>
              <a:buChar char="•"/>
            </a:pPr>
            <a:r>
              <a:rPr lang="sv-SE" sz="2000">
                <a:latin typeface="DejaVu Sans"/>
                <a:ea typeface="+mn-lt"/>
                <a:cs typeface="+mn-lt"/>
              </a:rPr>
              <a:t>Detect risks</a:t>
            </a:r>
          </a:p>
          <a:p>
            <a:pPr marL="342900" indent="-342900">
              <a:buFont typeface="Arial"/>
              <a:buChar char="•"/>
            </a:pPr>
            <a:endParaRPr lang="sv-SE" sz="2000">
              <a:latin typeface="DejaVu Sans"/>
            </a:endParaRPr>
          </a:p>
          <a:p>
            <a:pPr marL="342900" indent="-342900">
              <a:buFont typeface="Arial"/>
              <a:buChar char="•"/>
            </a:pPr>
            <a:r>
              <a:rPr lang="sv-SE" sz="2000">
                <a:latin typeface="DejaVu Sans"/>
              </a:rPr>
              <a:t>Improve sustainability </a:t>
            </a:r>
            <a:endParaRPr lang="sv-SE">
              <a:latin typeface="DejaVu Sans"/>
            </a:endParaRPr>
          </a:p>
        </p:txBody>
      </p:sp>
    </p:spTree>
    <p:extLst>
      <p:ext uri="{BB962C8B-B14F-4D97-AF65-F5344CB8AC3E}">
        <p14:creationId xmlns:p14="http://schemas.microsoft.com/office/powerpoint/2010/main" val="255263971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BAE28B9-3F1E-42DF-8641-1898FC7DB6EF}"/>
              </a:ext>
            </a:extLst>
          </p:cNvPr>
          <p:cNvSpPr>
            <a:spLocks noGrp="1"/>
          </p:cNvSpPr>
          <p:nvPr/>
        </p:nvSpPr>
        <p:spPr>
          <a:xfrm>
            <a:off x="666750" y="533400"/>
            <a:ext cx="10858500" cy="952500"/>
          </a:xfrm>
          <a:prstGeom prst="rect">
            <a:avLst/>
          </a:prstGeom>
          <a:noFill/>
          <a:ln w="0">
            <a:noFill/>
          </a:ln>
        </p:spPr>
        <p:txBody>
          <a:bodyPr anchor="ctr">
            <a:noAutofit/>
          </a:bodyPr>
          <a:lstStyle/>
          <a:p>
            <a:pPr>
              <a:defRPr sz="3150" b="1">
                <a:solidFill>
                  <a:srgbClr val="132B46"/>
                </a:solidFill>
                <a:latin typeface="DejaVu Sans"/>
                <a:ea typeface="DejaVu Sans"/>
                <a:cs typeface="DejaVu Sans"/>
              </a:defRPr>
            </a:pPr>
            <a:r>
              <a:rPr sz="3150" b="1">
                <a:solidFill>
                  <a:srgbClr val="132B46"/>
                </a:solidFill>
                <a:latin typeface="DejaVu Sans"/>
                <a:ea typeface="DejaVu Sans"/>
                <a:cs typeface="DejaVu Sans"/>
              </a:rPr>
              <a:t>Sources and team details</a:t>
            </a:r>
          </a:p>
        </p:txBody>
      </p:sp>
      <p:sp>
        <p:nvSpPr>
          <p:cNvPr id="2" name="Rectangle 1">
            <a:extLst>
              <a:ext uri="{FF2B5EF4-FFF2-40B4-BE49-F238E27FC236}">
                <a16:creationId xmlns:a16="http://schemas.microsoft.com/office/drawing/2014/main" id="{EDFDB4DF-B336-4F8C-91AE-282D66FFCA14}"/>
              </a:ext>
            </a:extLst>
          </p:cNvPr>
          <p:cNvSpPr>
            <a:spLocks noGrp="1"/>
          </p:cNvSpPr>
          <p:nvPr/>
        </p:nvSpPr>
        <p:spPr>
          <a:xfrm>
            <a:off x="666750" y="6276975"/>
            <a:ext cx="2476500" cy="304800"/>
          </a:xfrm>
          <a:prstGeom prst="rect">
            <a:avLst/>
          </a:prstGeom>
          <a:noFill/>
          <a:ln w="0">
            <a:noFill/>
          </a:ln>
        </p:spPr>
        <p:txBody>
          <a:bodyPr anchor="ctr">
            <a:noAutofit/>
          </a:bodyPr>
          <a:lstStyle/>
          <a:p>
            <a:pPr>
              <a:defRPr sz="1275" b="0">
                <a:solidFill>
                  <a:srgbClr val="45607A"/>
                </a:solidFill>
                <a:latin typeface="DejaVu Sans"/>
                <a:ea typeface="DejaVu Sans"/>
                <a:cs typeface="DejaVu Sans"/>
              </a:defRPr>
            </a:pPr>
            <a:endParaRPr lang="en-US" sz="1275" b="0">
              <a:solidFill>
                <a:srgbClr val="45607A"/>
              </a:solidFill>
              <a:latin typeface="DejaVu Sans"/>
              <a:ea typeface="DejaVu Sans"/>
              <a:cs typeface="DejaVu Sans"/>
            </a:endParaRPr>
          </a:p>
        </p:txBody>
      </p:sp>
      <p:sp>
        <p:nvSpPr>
          <p:cNvPr id="3" name="Rectangle 2">
            <a:extLst>
              <a:ext uri="{FF2B5EF4-FFF2-40B4-BE49-F238E27FC236}">
                <a16:creationId xmlns:a16="http://schemas.microsoft.com/office/drawing/2014/main" id="{9234EE66-2B61-4417-B761-F665108249D3}"/>
              </a:ext>
            </a:extLst>
          </p:cNvPr>
          <p:cNvSpPr>
            <a:spLocks noGrp="1"/>
          </p:cNvSpPr>
          <p:nvPr/>
        </p:nvSpPr>
        <p:spPr>
          <a:xfrm>
            <a:off x="723900" y="1733550"/>
            <a:ext cx="1464129" cy="457200"/>
          </a:xfrm>
          <a:prstGeom prst="rect">
            <a:avLst/>
          </a:prstGeom>
          <a:noFill/>
          <a:ln w="0">
            <a:noFill/>
          </a:ln>
        </p:spPr>
        <p:txBody>
          <a:bodyPr anchor="ctr">
            <a:noAutofit/>
          </a:bodyPr>
          <a:lstStyle/>
          <a:p>
            <a:pPr>
              <a:defRPr sz="1875" b="0">
                <a:solidFill>
                  <a:srgbClr val="45607A"/>
                </a:solidFill>
                <a:latin typeface="DejaVu Sans"/>
                <a:ea typeface="DejaVu Sans"/>
                <a:cs typeface="DejaVu Sans"/>
              </a:defRPr>
            </a:pPr>
            <a:r>
              <a:rPr sz="1875" b="0">
                <a:solidFill>
                  <a:srgbClr val="45607A"/>
                </a:solidFill>
                <a:latin typeface="DejaVu Sans"/>
                <a:ea typeface="DejaVu Sans"/>
                <a:cs typeface="DejaVu Sans"/>
              </a:rPr>
              <a:t>Course</a:t>
            </a:r>
          </a:p>
        </p:txBody>
      </p:sp>
      <p:sp>
        <p:nvSpPr>
          <p:cNvPr id="4" name="Rectangle 3">
            <a:extLst>
              <a:ext uri="{FF2B5EF4-FFF2-40B4-BE49-F238E27FC236}">
                <a16:creationId xmlns:a16="http://schemas.microsoft.com/office/drawing/2014/main" id="{A17CFBFE-E319-4683-81F7-667E9AC590BF}"/>
              </a:ext>
            </a:extLst>
          </p:cNvPr>
          <p:cNvSpPr>
            <a:spLocks noGrp="1"/>
          </p:cNvSpPr>
          <p:nvPr/>
        </p:nvSpPr>
        <p:spPr>
          <a:xfrm>
            <a:off x="2827561" y="1733550"/>
            <a:ext cx="7265561" cy="457200"/>
          </a:xfrm>
          <a:prstGeom prst="rect">
            <a:avLst/>
          </a:prstGeom>
          <a:noFill/>
          <a:ln w="0">
            <a:noFill/>
          </a:ln>
        </p:spPr>
        <p:txBody>
          <a:bodyPr anchor="ctr">
            <a:noAutofit/>
          </a:bodyPr>
          <a:lstStyle/>
          <a:p>
            <a:pPr>
              <a:defRPr sz="2100" b="1">
                <a:solidFill>
                  <a:srgbClr val="132B46"/>
                </a:solidFill>
                <a:latin typeface="DejaVu Sans"/>
                <a:ea typeface="DejaVu Sans"/>
                <a:cs typeface="DejaVu Sans"/>
              </a:defRPr>
            </a:pPr>
            <a:r>
              <a:rPr lang="en-US" sz="2100" b="1">
                <a:solidFill>
                  <a:srgbClr val="132B46"/>
                </a:solidFill>
                <a:latin typeface="DejaVu Sans"/>
                <a:ea typeface="DejaVu Sans"/>
                <a:cs typeface="DejaVu Sans"/>
              </a:rPr>
              <a:t>TEK830: </a:t>
            </a:r>
            <a:r>
              <a:rPr lang="en-SE" sz="2100" b="1">
                <a:solidFill>
                  <a:srgbClr val="132B46"/>
                </a:solidFill>
                <a:latin typeface="DejaVu Sans"/>
              </a:rPr>
              <a:t>Sustainable digitalization in practice</a:t>
            </a:r>
            <a:endParaRPr sz="2100" b="1">
              <a:solidFill>
                <a:srgbClr val="132B46"/>
              </a:solidFill>
              <a:latin typeface="DejaVu Sans"/>
              <a:ea typeface="DejaVu Sans"/>
              <a:cs typeface="DejaVu Sans"/>
            </a:endParaRPr>
          </a:p>
        </p:txBody>
      </p:sp>
      <p:sp>
        <p:nvSpPr>
          <p:cNvPr id="5" name="Rectangle 4">
            <a:extLst>
              <a:ext uri="{FF2B5EF4-FFF2-40B4-BE49-F238E27FC236}">
                <a16:creationId xmlns:a16="http://schemas.microsoft.com/office/drawing/2014/main" id="{F3AC9DDF-C4A7-4198-9201-87FBCA391697}"/>
              </a:ext>
            </a:extLst>
          </p:cNvPr>
          <p:cNvSpPr>
            <a:spLocks noGrp="1"/>
          </p:cNvSpPr>
          <p:nvPr/>
        </p:nvSpPr>
        <p:spPr>
          <a:xfrm>
            <a:off x="723897" y="2729655"/>
            <a:ext cx="1464129" cy="457200"/>
          </a:xfrm>
          <a:prstGeom prst="rect">
            <a:avLst/>
          </a:prstGeom>
          <a:noFill/>
          <a:ln w="0">
            <a:noFill/>
          </a:ln>
        </p:spPr>
        <p:txBody>
          <a:bodyPr anchor="ctr">
            <a:noAutofit/>
          </a:bodyPr>
          <a:lstStyle/>
          <a:p>
            <a:pPr>
              <a:defRPr sz="1875" b="0">
                <a:solidFill>
                  <a:srgbClr val="45607A"/>
                </a:solidFill>
                <a:latin typeface="DejaVu Sans"/>
                <a:ea typeface="DejaVu Sans"/>
                <a:cs typeface="DejaVu Sans"/>
              </a:defRPr>
            </a:pPr>
            <a:r>
              <a:rPr sz="1875" b="0">
                <a:solidFill>
                  <a:srgbClr val="45607A"/>
                </a:solidFill>
                <a:latin typeface="DejaVu Sans"/>
                <a:ea typeface="DejaVu Sans"/>
                <a:cs typeface="DejaVu Sans"/>
              </a:rPr>
              <a:t>Team</a:t>
            </a:r>
            <a:r>
              <a:rPr lang="sv-SE" sz="1875" b="0">
                <a:solidFill>
                  <a:srgbClr val="45607A"/>
                </a:solidFill>
                <a:latin typeface="DejaVu Sans"/>
                <a:ea typeface="DejaVu Sans"/>
                <a:cs typeface="DejaVu Sans"/>
              </a:rPr>
              <a:t> 4</a:t>
            </a:r>
            <a:endParaRPr sz="1875" b="0">
              <a:solidFill>
                <a:srgbClr val="45607A"/>
              </a:solidFill>
              <a:latin typeface="DejaVu Sans"/>
              <a:ea typeface="DejaVu Sans"/>
              <a:cs typeface="DejaVu Sans"/>
            </a:endParaRPr>
          </a:p>
        </p:txBody>
      </p:sp>
      <p:sp>
        <p:nvSpPr>
          <p:cNvPr id="6" name="Rectangle 5">
            <a:extLst>
              <a:ext uri="{FF2B5EF4-FFF2-40B4-BE49-F238E27FC236}">
                <a16:creationId xmlns:a16="http://schemas.microsoft.com/office/drawing/2014/main" id="{8C490B5A-A98B-402A-981E-6344E3803DD2}"/>
              </a:ext>
            </a:extLst>
          </p:cNvPr>
          <p:cNvSpPr>
            <a:spLocks noGrp="1"/>
          </p:cNvSpPr>
          <p:nvPr/>
        </p:nvSpPr>
        <p:spPr>
          <a:xfrm>
            <a:off x="2827562" y="2396671"/>
            <a:ext cx="7429500" cy="952501"/>
          </a:xfrm>
          <a:prstGeom prst="rect">
            <a:avLst/>
          </a:prstGeom>
          <a:noFill/>
          <a:ln w="0">
            <a:noFill/>
          </a:ln>
        </p:spPr>
        <p:txBody>
          <a:bodyPr lIns="91440" tIns="45720" rIns="91440" bIns="45720" anchor="ctr">
            <a:noAutofit/>
          </a:bodyPr>
          <a:lstStyle/>
          <a:p>
            <a:pPr>
              <a:defRPr sz="1950" b="0">
                <a:solidFill>
                  <a:srgbClr val="132B46"/>
                </a:solidFill>
                <a:latin typeface="DejaVu Sans"/>
                <a:ea typeface="DejaVu Sans"/>
                <a:cs typeface="DejaVu Sans"/>
              </a:defRPr>
            </a:pPr>
            <a:r>
              <a:rPr lang="en-US" sz="1400" b="0">
                <a:solidFill>
                  <a:srgbClr val="132B46"/>
                </a:solidFill>
                <a:latin typeface="DejaVu Sans"/>
                <a:ea typeface="DejaVu Sans"/>
                <a:cs typeface="DejaVu Sans"/>
              </a:rPr>
              <a:t> </a:t>
            </a:r>
          </a:p>
          <a:p>
            <a:pPr>
              <a:defRPr sz="1950" b="0">
                <a:solidFill>
                  <a:srgbClr val="132B46"/>
                </a:solidFill>
                <a:latin typeface="DejaVu Sans"/>
                <a:ea typeface="DejaVu Sans"/>
                <a:cs typeface="DejaVu Sans"/>
              </a:defRPr>
            </a:pPr>
            <a:r>
              <a:rPr lang="en-US" sz="1400">
                <a:solidFill>
                  <a:srgbClr val="132B46"/>
                </a:solidFill>
                <a:latin typeface="DejaVu Sans"/>
                <a:ea typeface="DejaVu Sans"/>
                <a:cs typeface="DejaVu Sans"/>
              </a:rPr>
              <a:t>Hugo </a:t>
            </a:r>
            <a:r>
              <a:rPr lang="en-US" sz="1400" err="1">
                <a:solidFill>
                  <a:srgbClr val="132B46"/>
                </a:solidFill>
                <a:latin typeface="DejaVu Sans"/>
                <a:ea typeface="DejaVu Sans"/>
                <a:cs typeface="DejaVu Sans"/>
              </a:rPr>
              <a:t>Dörrich</a:t>
            </a:r>
            <a:r>
              <a:rPr lang="en-US" sz="1400">
                <a:solidFill>
                  <a:srgbClr val="132B46"/>
                </a:solidFill>
                <a:latin typeface="DejaVu Sans"/>
                <a:ea typeface="DejaVu Sans"/>
                <a:cs typeface="DejaVu Sans"/>
              </a:rPr>
              <a:t> (</a:t>
            </a:r>
            <a:r>
              <a:rPr lang="en-US" sz="1400" err="1">
                <a:solidFill>
                  <a:srgbClr val="132B46"/>
                </a:solidFill>
                <a:latin typeface="DejaVu Sans"/>
                <a:ea typeface="DejaVu Sans"/>
                <a:cs typeface="DejaVu Sans"/>
              </a:rPr>
              <a:t>hugodor</a:t>
            </a:r>
            <a:r>
              <a:rPr lang="en-US" sz="1400">
                <a:solidFill>
                  <a:srgbClr val="132B46"/>
                </a:solidFill>
                <a:latin typeface="DejaVu Sans"/>
                <a:ea typeface="DejaVu Sans"/>
                <a:cs typeface="DejaVu Sans"/>
              </a:rPr>
              <a:t>)	Emil Ström (</a:t>
            </a:r>
            <a:r>
              <a:rPr lang="en-US" sz="1400" err="1">
                <a:solidFill>
                  <a:srgbClr val="132B46"/>
                </a:solidFill>
                <a:latin typeface="DejaVu Sans"/>
                <a:ea typeface="DejaVu Sans"/>
                <a:cs typeface="DejaVu Sans"/>
              </a:rPr>
              <a:t>emilstro</a:t>
            </a:r>
            <a:r>
              <a:rPr lang="en-US" sz="1400">
                <a:solidFill>
                  <a:srgbClr val="132B46"/>
                </a:solidFill>
                <a:latin typeface="DejaVu Sans"/>
                <a:ea typeface="DejaVu Sans"/>
                <a:cs typeface="DejaVu Sans"/>
              </a:rPr>
              <a:t>)</a:t>
            </a:r>
          </a:p>
          <a:p>
            <a:pPr>
              <a:defRPr sz="1950" b="0">
                <a:solidFill>
                  <a:srgbClr val="132B46"/>
                </a:solidFill>
                <a:latin typeface="DejaVu Sans"/>
                <a:ea typeface="DejaVu Sans"/>
                <a:cs typeface="DejaVu Sans"/>
              </a:defRPr>
            </a:pPr>
            <a:r>
              <a:rPr lang="en-US" sz="1400">
                <a:solidFill>
                  <a:srgbClr val="132B46"/>
                </a:solidFill>
                <a:latin typeface="DejaVu Sans"/>
                <a:ea typeface="DejaVu Sans"/>
                <a:cs typeface="DejaVu Sans"/>
              </a:rPr>
              <a:t>Pontus Gustafsson (</a:t>
            </a:r>
            <a:r>
              <a:rPr lang="en-US" sz="1400" err="1">
                <a:solidFill>
                  <a:srgbClr val="132B46"/>
                </a:solidFill>
                <a:latin typeface="DejaVu Sans"/>
                <a:ea typeface="DejaVu Sans"/>
                <a:cs typeface="DejaVu Sans"/>
              </a:rPr>
              <a:t>pontg</a:t>
            </a:r>
            <a:r>
              <a:rPr lang="en-US" sz="1400">
                <a:solidFill>
                  <a:srgbClr val="132B46"/>
                </a:solidFill>
                <a:latin typeface="DejaVu Sans"/>
                <a:ea typeface="DejaVu Sans"/>
                <a:cs typeface="DejaVu Sans"/>
              </a:rPr>
              <a:t>)	Raghib Hussain (</a:t>
            </a:r>
            <a:r>
              <a:rPr lang="en-US" sz="1400" err="1">
                <a:solidFill>
                  <a:srgbClr val="132B46"/>
                </a:solidFill>
                <a:latin typeface="DejaVu Sans"/>
                <a:ea typeface="DejaVu Sans"/>
                <a:cs typeface="DejaVu Sans"/>
              </a:rPr>
              <a:t>raghib</a:t>
            </a:r>
            <a:r>
              <a:rPr lang="en-US" sz="1400">
                <a:solidFill>
                  <a:srgbClr val="132B46"/>
                </a:solidFill>
                <a:latin typeface="DejaVu Sans"/>
                <a:ea typeface="DejaVu Sans"/>
                <a:cs typeface="DejaVu Sans"/>
              </a:rPr>
              <a:t>)</a:t>
            </a:r>
            <a:endParaRPr lang="en-US" sz="1400" b="0">
              <a:solidFill>
                <a:srgbClr val="132B46"/>
              </a:solidFill>
              <a:latin typeface="DejaVu Sans"/>
              <a:ea typeface="DejaVu Sans"/>
              <a:cs typeface="DejaVu Sans"/>
            </a:endParaRPr>
          </a:p>
          <a:p>
            <a:pPr>
              <a:defRPr sz="1950" b="0">
                <a:solidFill>
                  <a:srgbClr val="132B46"/>
                </a:solidFill>
                <a:latin typeface="DejaVu Sans"/>
                <a:ea typeface="DejaVu Sans"/>
                <a:cs typeface="DejaVu Sans"/>
              </a:defRPr>
            </a:pPr>
            <a:r>
              <a:rPr lang="en-US" sz="1400">
                <a:solidFill>
                  <a:srgbClr val="132B46"/>
                </a:solidFill>
                <a:latin typeface="DejaVu Sans"/>
                <a:ea typeface="DejaVu Sans"/>
                <a:cs typeface="DejaVu Sans"/>
              </a:rPr>
              <a:t>Ghazal Davari (</a:t>
            </a:r>
            <a:r>
              <a:rPr lang="en-US" sz="1400" err="1">
                <a:solidFill>
                  <a:srgbClr val="132B46"/>
                </a:solidFill>
                <a:latin typeface="DejaVu Sans"/>
                <a:ea typeface="DejaVu Sans"/>
                <a:cs typeface="DejaVu Sans"/>
              </a:rPr>
              <a:t>ghazald</a:t>
            </a:r>
            <a:r>
              <a:rPr lang="en-US" sz="1400">
                <a:solidFill>
                  <a:srgbClr val="132B46"/>
                </a:solidFill>
                <a:latin typeface="DejaVu Sans"/>
                <a:ea typeface="DejaVu Sans"/>
                <a:cs typeface="DejaVu Sans"/>
              </a:rPr>
              <a:t>) 	Ella </a:t>
            </a:r>
            <a:r>
              <a:rPr lang="en-US" sz="1400" err="1">
                <a:solidFill>
                  <a:srgbClr val="132B46"/>
                </a:solidFill>
                <a:latin typeface="DejaVu Sans"/>
                <a:ea typeface="DejaVu Sans"/>
                <a:cs typeface="DejaVu Sans"/>
              </a:rPr>
              <a:t>Linlökken</a:t>
            </a:r>
            <a:r>
              <a:rPr lang="en-US" sz="1400">
                <a:solidFill>
                  <a:srgbClr val="132B46"/>
                </a:solidFill>
                <a:latin typeface="DejaVu Sans"/>
                <a:ea typeface="DejaVu Sans"/>
                <a:cs typeface="DejaVu Sans"/>
              </a:rPr>
              <a:t> (</a:t>
            </a:r>
            <a:r>
              <a:rPr lang="en-US" sz="1400" err="1">
                <a:solidFill>
                  <a:srgbClr val="132B46"/>
                </a:solidFill>
                <a:latin typeface="DejaVu Sans"/>
                <a:ea typeface="DejaVu Sans"/>
                <a:cs typeface="DejaVu Sans"/>
              </a:rPr>
              <a:t>ellalinl</a:t>
            </a:r>
            <a:r>
              <a:rPr lang="en-US" sz="1400">
                <a:solidFill>
                  <a:srgbClr val="132B46"/>
                </a:solidFill>
                <a:latin typeface="DejaVu Sans"/>
                <a:ea typeface="DejaVu Sans"/>
                <a:cs typeface="DejaVu Sans"/>
              </a:rPr>
              <a:t>)</a:t>
            </a:r>
          </a:p>
        </p:txBody>
      </p:sp>
      <p:sp>
        <p:nvSpPr>
          <p:cNvPr id="9" name="Rectangle 8">
            <a:extLst>
              <a:ext uri="{FF2B5EF4-FFF2-40B4-BE49-F238E27FC236}">
                <a16:creationId xmlns:a16="http://schemas.microsoft.com/office/drawing/2014/main" id="{53411EFB-BE4E-42C3-B3DA-AD2E84F34371}"/>
              </a:ext>
            </a:extLst>
          </p:cNvPr>
          <p:cNvSpPr>
            <a:spLocks noGrp="1"/>
          </p:cNvSpPr>
          <p:nvPr/>
        </p:nvSpPr>
        <p:spPr>
          <a:xfrm>
            <a:off x="723897" y="4082455"/>
            <a:ext cx="1464129" cy="457200"/>
          </a:xfrm>
          <a:prstGeom prst="rect">
            <a:avLst/>
          </a:prstGeom>
          <a:noFill/>
          <a:ln w="0">
            <a:noFill/>
          </a:ln>
        </p:spPr>
        <p:txBody>
          <a:bodyPr anchor="ctr">
            <a:noAutofit/>
          </a:bodyPr>
          <a:lstStyle/>
          <a:p>
            <a:pPr>
              <a:defRPr sz="1875" b="0">
                <a:solidFill>
                  <a:srgbClr val="45607A"/>
                </a:solidFill>
                <a:latin typeface="DejaVu Sans"/>
                <a:ea typeface="DejaVu Sans"/>
                <a:cs typeface="DejaVu Sans"/>
              </a:defRPr>
            </a:pPr>
            <a:r>
              <a:rPr sz="1875" b="0">
                <a:solidFill>
                  <a:srgbClr val="45607A"/>
                </a:solidFill>
                <a:latin typeface="DejaVu Sans"/>
                <a:ea typeface="DejaVu Sans"/>
                <a:cs typeface="DejaVu Sans"/>
              </a:rPr>
              <a:t>Sources</a:t>
            </a:r>
          </a:p>
        </p:txBody>
      </p:sp>
      <p:sp>
        <p:nvSpPr>
          <p:cNvPr id="10" name="Rectangle 9">
            <a:extLst>
              <a:ext uri="{FF2B5EF4-FFF2-40B4-BE49-F238E27FC236}">
                <a16:creationId xmlns:a16="http://schemas.microsoft.com/office/drawing/2014/main" id="{D8DBAEA0-024B-4520-8FAD-4A7A31A4083B}"/>
              </a:ext>
            </a:extLst>
          </p:cNvPr>
          <p:cNvSpPr>
            <a:spLocks noGrp="1"/>
          </p:cNvSpPr>
          <p:nvPr/>
        </p:nvSpPr>
        <p:spPr>
          <a:xfrm>
            <a:off x="2827561" y="3700571"/>
            <a:ext cx="7358161" cy="1383929"/>
          </a:xfrm>
          <a:prstGeom prst="rect">
            <a:avLst/>
          </a:prstGeom>
          <a:noFill/>
          <a:ln w="0">
            <a:noFill/>
          </a:ln>
        </p:spPr>
        <p:txBody>
          <a:bodyPr anchor="ctr">
            <a:noAutofit/>
          </a:bodyPr>
          <a:lstStyle/>
          <a:p>
            <a:pPr marL="285750" indent="-285750">
              <a:spcAft>
                <a:spcPts val="600"/>
              </a:spcAft>
              <a:buFont typeface="Arial" panose="020B0604020202020204" pitchFamily="34" charset="0"/>
              <a:buChar char="•"/>
              <a:defRPr sz="1425" b="0">
                <a:solidFill>
                  <a:srgbClr val="132B46"/>
                </a:solidFill>
                <a:latin typeface="DejaVu Sans"/>
                <a:ea typeface="DejaVu Sans"/>
                <a:cs typeface="DejaVu Sans"/>
              </a:defRPr>
            </a:pPr>
            <a:r>
              <a:rPr lang="en-SE" sz="1425">
                <a:solidFill>
                  <a:srgbClr val="132B46"/>
                </a:solidFill>
                <a:latin typeface="DejaVu Sans"/>
              </a:rPr>
              <a:t>Anonymous interview with a Vietnamese factory worker, 2026.</a:t>
            </a:r>
            <a:endParaRPr lang="en-US" sz="1425">
              <a:solidFill>
                <a:srgbClr val="132B46"/>
              </a:solidFill>
              <a:latin typeface="DejaVu Sans"/>
            </a:endParaRPr>
          </a:p>
          <a:p>
            <a:pPr marL="285750" indent="-285750">
              <a:spcAft>
                <a:spcPts val="600"/>
              </a:spcAft>
              <a:buFont typeface="Arial" panose="020B0604020202020204" pitchFamily="34" charset="0"/>
              <a:buChar char="•"/>
              <a:defRPr sz="1425" b="0">
                <a:solidFill>
                  <a:srgbClr val="132B46"/>
                </a:solidFill>
                <a:latin typeface="DejaVu Sans"/>
                <a:ea typeface="DejaVu Sans"/>
                <a:cs typeface="DejaVu Sans"/>
              </a:defRPr>
            </a:pPr>
            <a:r>
              <a:rPr lang="en-SE" sz="1425">
                <a:solidFill>
                  <a:srgbClr val="132B46"/>
                </a:solidFill>
                <a:latin typeface="DejaVu Sans"/>
              </a:rPr>
              <a:t>Inter IKEA Group. (2026). IKEA Innovation Challenges to Chalmers BSc/MSc in Information &amp; Communication Technology, Challenge 4. 24 August 2026.</a:t>
            </a:r>
            <a:endParaRPr lang="en-US" sz="1425">
              <a:solidFill>
                <a:srgbClr val="132B46"/>
              </a:solidFill>
              <a:latin typeface="DejaVu Sans"/>
            </a:endParaRPr>
          </a:p>
          <a:p>
            <a:pPr marL="285750" indent="-285750">
              <a:spcAft>
                <a:spcPts val="600"/>
              </a:spcAft>
              <a:buFont typeface="Arial" panose="020B0604020202020204" pitchFamily="34" charset="0"/>
              <a:buChar char="•"/>
              <a:defRPr sz="1425" b="0">
                <a:solidFill>
                  <a:srgbClr val="132B46"/>
                </a:solidFill>
                <a:latin typeface="DejaVu Sans"/>
                <a:ea typeface="DejaVu Sans"/>
                <a:cs typeface="DejaVu Sans"/>
              </a:defRPr>
            </a:pPr>
            <a:r>
              <a:rPr lang="en-SE" sz="1425">
                <a:solidFill>
                  <a:srgbClr val="132B46"/>
                </a:solidFill>
                <a:latin typeface="DejaVu Sans"/>
              </a:rPr>
              <a:t>Chalmers University of Technology. (2026). Official Chalmers logo, Chalmers visual identity.</a:t>
            </a:r>
            <a:endParaRPr lang="en-US" sz="1425">
              <a:solidFill>
                <a:srgbClr val="132B46"/>
              </a:solidFill>
              <a:latin typeface="DejaVu Sans"/>
            </a:endParaRPr>
          </a:p>
        </p:txBody>
      </p:sp>
      <p:sp>
        <p:nvSpPr>
          <p:cNvPr id="8" name="Rectangle 7">
            <a:extLst>
              <a:ext uri="{FF2B5EF4-FFF2-40B4-BE49-F238E27FC236}">
                <a16:creationId xmlns:a16="http://schemas.microsoft.com/office/drawing/2014/main" id="{E0C7E1EC-758F-5AE4-9A98-B717702B6472}"/>
              </a:ext>
            </a:extLst>
          </p:cNvPr>
          <p:cNvSpPr>
            <a:spLocks noGrp="1"/>
          </p:cNvSpPr>
          <p:nvPr/>
        </p:nvSpPr>
        <p:spPr>
          <a:xfrm>
            <a:off x="3867149" y="4924425"/>
            <a:ext cx="7762875" cy="752475"/>
          </a:xfrm>
          <a:prstGeom prst="rect">
            <a:avLst/>
          </a:prstGeom>
          <a:noFill/>
          <a:ln w="0">
            <a:noFill/>
          </a:ln>
        </p:spPr>
        <p:txBody>
          <a:bodyPr anchor="ctr">
            <a:noAutofit/>
          </a:bodyPr>
          <a:lstStyle/>
          <a:p>
            <a:pPr>
              <a:defRPr sz="1425" b="0">
                <a:solidFill>
                  <a:srgbClr val="132B46"/>
                </a:solidFill>
                <a:latin typeface="DejaVu Sans"/>
                <a:ea typeface="DejaVu Sans"/>
                <a:cs typeface="DejaVu Sans"/>
              </a:defRPr>
            </a:pPr>
            <a:endParaRPr sz="1425" b="0">
              <a:solidFill>
                <a:srgbClr val="132B46"/>
              </a:solidFill>
              <a:latin typeface="DejaVu Sans"/>
              <a:ea typeface="DejaVu Sans"/>
              <a:cs typeface="DejaVu Sans"/>
            </a:endParaRPr>
          </a:p>
        </p:txBody>
      </p:sp>
      <p:sp>
        <p:nvSpPr>
          <p:cNvPr id="17" name="Rectangle 16">
            <a:extLst>
              <a:ext uri="{FF2B5EF4-FFF2-40B4-BE49-F238E27FC236}">
                <a16:creationId xmlns:a16="http://schemas.microsoft.com/office/drawing/2014/main" id="{D4BDC305-C9C4-E67B-4339-BB26CBD2FA87}"/>
              </a:ext>
            </a:extLst>
          </p:cNvPr>
          <p:cNvSpPr>
            <a:spLocks noGrp="1"/>
          </p:cNvSpPr>
          <p:nvPr/>
        </p:nvSpPr>
        <p:spPr>
          <a:xfrm>
            <a:off x="723897" y="5415280"/>
            <a:ext cx="1464129" cy="457200"/>
          </a:xfrm>
          <a:prstGeom prst="rect">
            <a:avLst/>
          </a:prstGeom>
          <a:noFill/>
          <a:ln w="0">
            <a:noFill/>
          </a:ln>
        </p:spPr>
        <p:txBody>
          <a:bodyPr anchor="ctr">
            <a:noAutofit/>
          </a:bodyPr>
          <a:lstStyle/>
          <a:p>
            <a:pPr>
              <a:defRPr sz="1875" b="0">
                <a:solidFill>
                  <a:srgbClr val="45607A"/>
                </a:solidFill>
                <a:latin typeface="DejaVu Sans"/>
                <a:ea typeface="DejaVu Sans"/>
                <a:cs typeface="DejaVu Sans"/>
              </a:defRPr>
            </a:pPr>
            <a:r>
              <a:rPr lang="en-US" sz="1875" b="0">
                <a:solidFill>
                  <a:srgbClr val="45607A"/>
                </a:solidFill>
                <a:latin typeface="DejaVu Sans"/>
                <a:ea typeface="DejaVu Sans"/>
                <a:cs typeface="DejaVu Sans"/>
              </a:rPr>
              <a:t>Contact</a:t>
            </a:r>
            <a:endParaRPr sz="1875" b="0">
              <a:solidFill>
                <a:srgbClr val="45607A"/>
              </a:solidFill>
              <a:latin typeface="DejaVu Sans"/>
              <a:ea typeface="DejaVu Sans"/>
              <a:cs typeface="DejaVu Sans"/>
            </a:endParaRPr>
          </a:p>
        </p:txBody>
      </p:sp>
      <p:sp>
        <p:nvSpPr>
          <p:cNvPr id="23" name="TextBox 22">
            <a:extLst>
              <a:ext uri="{FF2B5EF4-FFF2-40B4-BE49-F238E27FC236}">
                <a16:creationId xmlns:a16="http://schemas.microsoft.com/office/drawing/2014/main" id="{7A1BD038-9CE5-3D6D-0891-3CDD6163A960}"/>
              </a:ext>
            </a:extLst>
          </p:cNvPr>
          <p:cNvSpPr txBox="1"/>
          <p:nvPr/>
        </p:nvSpPr>
        <p:spPr>
          <a:xfrm>
            <a:off x="2827561" y="5415280"/>
            <a:ext cx="6096000" cy="530915"/>
          </a:xfrm>
          <a:prstGeom prst="rect">
            <a:avLst/>
          </a:prstGeom>
          <a:noFill/>
        </p:spPr>
        <p:txBody>
          <a:bodyPr wrap="square">
            <a:spAutoFit/>
          </a:bodyPr>
          <a:lstStyle/>
          <a:p>
            <a:pPr>
              <a:defRPr sz="1425" b="0">
                <a:solidFill>
                  <a:srgbClr val="132B46"/>
                </a:solidFill>
                <a:latin typeface="DejaVu Sans"/>
                <a:ea typeface="DejaVu Sans"/>
                <a:cs typeface="DejaVu Sans"/>
              </a:defRPr>
            </a:pPr>
            <a:r>
              <a:rPr lang="en-US" sz="1425" dirty="0">
                <a:solidFill>
                  <a:srgbClr val="132B46"/>
                </a:solidFill>
                <a:latin typeface="DejaVu Sans"/>
                <a:ea typeface="DejaVu Sans"/>
                <a:cs typeface="DejaVu Sans"/>
              </a:rPr>
              <a:t>Team 4 (at Chalmers):</a:t>
            </a:r>
          </a:p>
          <a:p>
            <a:pPr>
              <a:defRPr sz="1425" b="0">
                <a:solidFill>
                  <a:srgbClr val="132B46"/>
                </a:solidFill>
                <a:latin typeface="DejaVu Sans"/>
                <a:ea typeface="DejaVu Sans"/>
                <a:cs typeface="DejaVu Sans"/>
              </a:defRPr>
            </a:pPr>
            <a:r>
              <a:rPr lang="en-US" sz="1425" dirty="0" err="1">
                <a:solidFill>
                  <a:srgbClr val="132B46"/>
                </a:solidFill>
                <a:latin typeface="DejaVu Sans"/>
                <a:ea typeface="DejaVu Sans"/>
                <a:cs typeface="DejaVu Sans"/>
                <a:hlinkClick r:id="rId3"/>
              </a:rPr>
              <a:t>contact@clock-it.tech</a:t>
            </a:r>
            <a:endParaRPr lang="en-US" sz="1425" dirty="0">
              <a:solidFill>
                <a:srgbClr val="132B46"/>
              </a:solidFill>
              <a:latin typeface="DejaVu Sans"/>
              <a:ea typeface="DejaVu Sans"/>
              <a:cs typeface="DejaVu Sans"/>
            </a:endParaRPr>
          </a:p>
        </p:txBody>
      </p:sp>
    </p:spTree>
    <p:extLst>
      <p:ext uri="{BB962C8B-B14F-4D97-AF65-F5344CB8AC3E}">
        <p14:creationId xmlns:p14="http://schemas.microsoft.com/office/powerpoint/2010/main" val="5708881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94DEF53-F5D4-D051-4F8D-E9F7EF0B69F2}"/>
              </a:ext>
            </a:extLst>
          </p:cNvPr>
          <p:cNvSpPr txBox="1"/>
          <p:nvPr/>
        </p:nvSpPr>
        <p:spPr>
          <a:xfrm>
            <a:off x="1132839" y="2339403"/>
            <a:ext cx="9926320" cy="1323439"/>
          </a:xfrm>
          <a:prstGeom prst="rect">
            <a:avLst/>
          </a:prstGeom>
          <a:noFill/>
        </p:spPr>
        <p:txBody>
          <a:bodyPr wrap="square" rtlCol="0">
            <a:spAutoFit/>
          </a:bodyPr>
          <a:lstStyle/>
          <a:p>
            <a:pPr algn="ctr"/>
            <a:r>
              <a:rPr lang="en-US" sz="8000">
                <a:latin typeface="DejaVu Sans"/>
              </a:rPr>
              <a:t>Any questions?</a:t>
            </a:r>
            <a:endParaRPr lang="en-SE" sz="8000">
              <a:latin typeface="DejaVu Sans"/>
            </a:endParaRPr>
          </a:p>
        </p:txBody>
      </p:sp>
      <p:sp>
        <p:nvSpPr>
          <p:cNvPr id="4" name="TextBox 3">
            <a:extLst>
              <a:ext uri="{FF2B5EF4-FFF2-40B4-BE49-F238E27FC236}">
                <a16:creationId xmlns:a16="http://schemas.microsoft.com/office/drawing/2014/main" id="{6A3D8A75-DB2A-442A-9FA0-406125C1C03A}"/>
              </a:ext>
            </a:extLst>
          </p:cNvPr>
          <p:cNvSpPr txBox="1"/>
          <p:nvPr/>
        </p:nvSpPr>
        <p:spPr>
          <a:xfrm>
            <a:off x="2345870" y="3662842"/>
            <a:ext cx="7500257" cy="461665"/>
          </a:xfrm>
          <a:prstGeom prst="rect">
            <a:avLst/>
          </a:prstGeom>
          <a:noFill/>
        </p:spPr>
        <p:txBody>
          <a:bodyPr wrap="square">
            <a:spAutoFit/>
          </a:bodyPr>
          <a:lstStyle/>
          <a:p>
            <a:pPr algn="ctr" rtl="0">
              <a:spcBef>
                <a:spcPts val="1200"/>
              </a:spcBef>
              <a:spcAft>
                <a:spcPts val="1200"/>
              </a:spcAft>
              <a:buNone/>
            </a:pPr>
            <a:r>
              <a:rPr lang="en-US" sz="2400">
                <a:latin typeface="DejaVu Sans"/>
              </a:rPr>
              <a:t>Ask away! We are excited to hear from you.</a:t>
            </a:r>
            <a:endParaRPr lang="en-SE" sz="2400">
              <a:latin typeface="DejaVu Sans"/>
            </a:endParaRPr>
          </a:p>
        </p:txBody>
      </p:sp>
    </p:spTree>
    <p:extLst>
      <p:ext uri="{BB962C8B-B14F-4D97-AF65-F5344CB8AC3E}">
        <p14:creationId xmlns:p14="http://schemas.microsoft.com/office/powerpoint/2010/main" val="2907241771"/>
      </p:ext>
    </p:extLst>
  </p:cSld>
  <p:clrMapOvr>
    <a:masterClrMapping/>
  </p:clrMapOvr>
</p:sld>
</file>

<file path=ppt/theme/theme1.xml><?xml version="1.0" encoding="utf-8"?>
<a:theme xmlns:a="http://schemas.openxmlformats.org/drawingml/2006/main" name="Office-tema">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1"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9CE7DE0-D19B-463F-8A50-82270085D569}">
  <we:reference id="WA200007130" version="1.0.0.1" store="en-US" storeType="omex"/>
  <we:alternateReferences>
    <we:reference id="WA200007130" version="1.0.0.1"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df62c33d-5d10-42be-b474-926212fe54e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614AE0D2532E3A4DBA44632235B270F3" ma:contentTypeVersion="6" ma:contentTypeDescription="Create a new document." ma:contentTypeScope="" ma:versionID="23b917d364313b962a3eba81b89fab8b">
  <xsd:schema xmlns:xsd="http://www.w3.org/2001/XMLSchema" xmlns:xs="http://www.w3.org/2001/XMLSchema" xmlns:p="http://schemas.microsoft.com/office/2006/metadata/properties" xmlns:ns3="df62c33d-5d10-42be-b474-926212fe54e5" targetNamespace="http://schemas.microsoft.com/office/2006/metadata/properties" ma:root="true" ma:fieldsID="963c3ed0b29f2ee3a574b7c7d2bd70b6" ns3:_="">
    <xsd:import namespace="df62c33d-5d10-42be-b474-926212fe54e5"/>
    <xsd:element name="properties">
      <xsd:complexType>
        <xsd:sequence>
          <xsd:element name="documentManagement">
            <xsd:complexType>
              <xsd:all>
                <xsd:element ref="ns3:MediaServiceDateTaken" minOccurs="0"/>
                <xsd:element ref="ns3:_activity" minOccurs="0"/>
                <xsd:element ref="ns3:MediaServiceMetadata" minOccurs="0"/>
                <xsd:element ref="ns3:MediaServiceFastMetadata" minOccurs="0"/>
                <xsd:element ref="ns3:MediaServiceSearchProperties" minOccurs="0"/>
                <xsd:element ref="ns3: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2c33d-5d10-42be-b474-926212fe54e5"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_activity" ma:index="9" nillable="true" ma:displayName="_activity" ma:hidden="true" ma:internalName="_activit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9D4F166-C333-44C3-9F97-4EB025A2925C}">
  <ds:schemaRefs>
    <ds:schemaRef ds:uri="http://schemas.microsoft.com/sharepoint/v3/contenttype/forms"/>
  </ds:schemaRefs>
</ds:datastoreItem>
</file>

<file path=customXml/itemProps2.xml><?xml version="1.0" encoding="utf-8"?>
<ds:datastoreItem xmlns:ds="http://schemas.openxmlformats.org/officeDocument/2006/customXml" ds:itemID="{0539C167-F052-4014-B6DF-C13E1DA656AB}">
  <ds:schemaRefs>
    <ds:schemaRef ds:uri="http://purl.org/dc/terms/"/>
    <ds:schemaRef ds:uri="http://purl.org/dc/elements/1.1/"/>
    <ds:schemaRef ds:uri="http://schemas.microsoft.com/office/2006/metadata/properties"/>
    <ds:schemaRef ds:uri="http://schemas.microsoft.com/office/2006/documentManagement/types"/>
    <ds:schemaRef ds:uri="http://www.w3.org/XML/1998/namespace"/>
    <ds:schemaRef ds:uri="http://schemas.microsoft.com/office/infopath/2007/PartnerControls"/>
    <ds:schemaRef ds:uri="http://schemas.openxmlformats.org/package/2006/metadata/core-properties"/>
    <ds:schemaRef ds:uri="df62c33d-5d10-42be-b474-926212fe54e5"/>
    <ds:schemaRef ds:uri="http://purl.org/dc/dcmitype/"/>
  </ds:schemaRefs>
</ds:datastoreItem>
</file>

<file path=customXml/itemProps3.xml><?xml version="1.0" encoding="utf-8"?>
<ds:datastoreItem xmlns:ds="http://schemas.openxmlformats.org/officeDocument/2006/customXml" ds:itemID="{2DABB7D6-0980-4448-9935-D20F340CD8A3}">
  <ds:schemaRefs>
    <ds:schemaRef ds:uri="df62c33d-5d10-42be-b474-926212fe54e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
  <TotalTime>0</TotalTime>
  <Words>1622</Words>
  <Application>Microsoft Office PowerPoint</Application>
  <PresentationFormat>Widescreen</PresentationFormat>
  <Paragraphs>168</Paragraphs>
  <Slides>16</Slides>
  <Notes>14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Calibri</vt:lpstr>
      <vt:lpstr>DejaVu Sans</vt:lpstr>
      <vt:lpstr>Office-tema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Raghib Hussain</cp:lastModifiedBy>
  <cp:revision>1</cp:revision>
  <dcterms:created xsi:type="dcterms:W3CDTF">2026-09-24T09:20:07Z</dcterms:created>
  <dcterms:modified xsi:type="dcterms:W3CDTF">2026-10-29T16:20:27Z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0x010100614AE0D2532E3A4DBA44632235B270F3</vt:lpwstr>
  </property>
</Properties>
</file>